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146848428" r:id="rId2"/>
  </p:sldIdLst>
  <p:sldSz cx="12192000" cy="6858000"/>
  <p:notesSz cx="7559675" cy="10691813"/>
  <p:embeddedFontLst>
    <p:embeddedFont>
      <p:font typeface="Roboto" panose="02000000000000000000" pitchFamily="2" charset="0"/>
      <p:regular r:id="rId4"/>
      <p:bold r:id="rId5"/>
      <p:italic r:id="rId6"/>
      <p:boldItalic r:id="rId7"/>
    </p:embeddedFont>
    <p:embeddedFont>
      <p:font typeface="Roboto Condensed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gu/QD135shpF0dcEEgO11K/U2V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5056"/>
    <a:srgbClr val="E5B045"/>
    <a:srgbClr val="ECC77C"/>
    <a:srgbClr val="F7E6C4"/>
    <a:srgbClr val="256D7B"/>
    <a:srgbClr val="C9E9EF"/>
    <a:srgbClr val="3BACC3"/>
    <a:srgbClr val="F8E9CC"/>
    <a:srgbClr val="F8E8C8"/>
    <a:srgbClr val="FCF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8D871B-0EE1-4AB7-971D-EFBE7C2DB5D5}">
  <a:tblStyle styleId="{648D871B-0EE1-4AB7-971D-EFBE7C2DB5D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AE9FE8-6570-4C4E-99B4-FD2FFA59C6F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Estilo Escuro 1 - Ênfas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4902" autoAdjust="0"/>
  </p:normalViewPr>
  <p:slideViewPr>
    <p:cSldViewPr snapToGrid="0">
      <p:cViewPr varScale="1">
        <p:scale>
          <a:sx n="62" d="100"/>
          <a:sy n="62" d="100"/>
        </p:scale>
        <p:origin x="73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05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367"/>
        <p:guide pos="23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63" Type="http://customschemas.google.com/relationships/presentationmetadata" Target="metadata"/><Relationship Id="rId7" Type="http://schemas.openxmlformats.org/officeDocument/2006/relationships/font" Target="fonts/font4.fntdata"/><Relationship Id="rId6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66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65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6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0:notes"/>
          <p:cNvSpPr txBox="1">
            <a:spLocks noGrp="1"/>
          </p:cNvSpPr>
          <p:nvPr>
            <p:ph type="body" idx="1"/>
          </p:nvPr>
        </p:nvSpPr>
        <p:spPr>
          <a:xfrm>
            <a:off x="681656" y="5225887"/>
            <a:ext cx="5453246" cy="427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450" tIns="48225" rIns="96450" bIns="48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62" name="Google Shape;262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00" y="1357313"/>
            <a:ext cx="6511925" cy="36639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8345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- dark blue">
  <p:cSld name="1_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64"/>
          <p:cNvPicPr preferRelativeResize="0"/>
          <p:nvPr/>
        </p:nvPicPr>
        <p:blipFill rotWithShape="1">
          <a:blip r:embed="rId2">
            <a:alphaModFix/>
          </a:blip>
          <a:srcRect l="7496" t="82150" r="75007" b="8967"/>
          <a:stretch/>
        </p:blipFill>
        <p:spPr>
          <a:xfrm>
            <a:off x="914400" y="6035525"/>
            <a:ext cx="2133601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4"/>
          <p:cNvSpPr txBox="1">
            <a:spLocks noGrp="1"/>
          </p:cNvSpPr>
          <p:nvPr>
            <p:ph type="body" idx="1"/>
          </p:nvPr>
        </p:nvSpPr>
        <p:spPr>
          <a:xfrm>
            <a:off x="1116584" y="5034344"/>
            <a:ext cx="5766521" cy="252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67"/>
              <a:buFont typeface="Calibri"/>
              <a:buNone/>
              <a:defRPr sz="1467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64"/>
          <p:cNvSpPr txBox="1">
            <a:spLocks noGrp="1"/>
          </p:cNvSpPr>
          <p:nvPr>
            <p:ph type="body" idx="2"/>
          </p:nvPr>
        </p:nvSpPr>
        <p:spPr>
          <a:xfrm>
            <a:off x="1116584" y="5286629"/>
            <a:ext cx="5766521" cy="252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67"/>
              <a:buFont typeface="Calibri"/>
              <a:buNone/>
              <a:defRPr sz="1467" b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64"/>
          <p:cNvSpPr txBox="1">
            <a:spLocks noGrp="1"/>
          </p:cNvSpPr>
          <p:nvPr>
            <p:ph type="body" idx="3"/>
          </p:nvPr>
        </p:nvSpPr>
        <p:spPr>
          <a:xfrm>
            <a:off x="1116584" y="5538915"/>
            <a:ext cx="5766521" cy="252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67"/>
              <a:buFont typeface="Calibri"/>
              <a:buNone/>
              <a:defRPr sz="1467" b="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64"/>
          <p:cNvSpPr txBox="1">
            <a:spLocks noGrp="1"/>
          </p:cNvSpPr>
          <p:nvPr>
            <p:ph type="body" idx="4"/>
          </p:nvPr>
        </p:nvSpPr>
        <p:spPr>
          <a:xfrm>
            <a:off x="1102587" y="2984700"/>
            <a:ext cx="8226211" cy="16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2pPr>
            <a:lvl3pPr marL="1371600" lvl="2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3pPr>
            <a:lvl4pPr marL="1828800" lvl="3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4pPr>
            <a:lvl5pPr marL="2286000" lvl="4" indent="-63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587" y="212875"/>
            <a:ext cx="1262723" cy="163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723" y="738029"/>
            <a:ext cx="2590800" cy="613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End slide blue">
  <p:cSld name="1_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2800" y="2209799"/>
            <a:ext cx="1526003" cy="1943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7400" y="2800682"/>
            <a:ext cx="3215791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>
            <a:spLocks noGrp="1"/>
          </p:cNvSpPr>
          <p:nvPr>
            <p:ph type="title"/>
          </p:nvPr>
        </p:nvSpPr>
        <p:spPr>
          <a:xfrm>
            <a:off x="607924" y="-21743"/>
            <a:ext cx="10972439" cy="1469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2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4" name="Google Shape;14;p5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E486D16F-6CE9-F583-0B17-33C9BB1D6637}"/>
              </a:ext>
            </a:extLst>
          </p:cNvPr>
          <p:cNvCxnSpPr>
            <a:cxnSpLocks/>
          </p:cNvCxnSpPr>
          <p:nvPr/>
        </p:nvCxnSpPr>
        <p:spPr>
          <a:xfrm>
            <a:off x="8306470" y="425656"/>
            <a:ext cx="14306" cy="5204677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642FADA2-7996-152B-7FB9-138145C2F32A}"/>
              </a:ext>
            </a:extLst>
          </p:cNvPr>
          <p:cNvCxnSpPr>
            <a:cxnSpLocks/>
          </p:cNvCxnSpPr>
          <p:nvPr/>
        </p:nvCxnSpPr>
        <p:spPr>
          <a:xfrm>
            <a:off x="10037930" y="0"/>
            <a:ext cx="0" cy="5630333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FA4E9A26-8F09-C444-0990-D202BB8C3151}"/>
              </a:ext>
            </a:extLst>
          </p:cNvPr>
          <p:cNvCxnSpPr>
            <a:cxnSpLocks/>
          </p:cNvCxnSpPr>
          <p:nvPr/>
        </p:nvCxnSpPr>
        <p:spPr>
          <a:xfrm>
            <a:off x="5459914" y="1464455"/>
            <a:ext cx="0" cy="4165878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300F8BC9-7739-4C4E-CFDB-725C7C42A7A2}"/>
              </a:ext>
            </a:extLst>
          </p:cNvPr>
          <p:cNvCxnSpPr>
            <a:cxnSpLocks/>
          </p:cNvCxnSpPr>
          <p:nvPr/>
        </p:nvCxnSpPr>
        <p:spPr>
          <a:xfrm>
            <a:off x="3936670" y="361435"/>
            <a:ext cx="0" cy="5268898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5019ACB-0315-CD8B-F0D4-7564A355EEBE}"/>
              </a:ext>
            </a:extLst>
          </p:cNvPr>
          <p:cNvCxnSpPr>
            <a:cxnSpLocks/>
          </p:cNvCxnSpPr>
          <p:nvPr/>
        </p:nvCxnSpPr>
        <p:spPr>
          <a:xfrm>
            <a:off x="2287108" y="43812"/>
            <a:ext cx="0" cy="5586521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34562"/>
              </p:ext>
            </p:extLst>
          </p:nvPr>
        </p:nvGraphicFramePr>
        <p:xfrm>
          <a:off x="592935" y="1014487"/>
          <a:ext cx="11277329" cy="449968"/>
        </p:xfrm>
        <a:graphic>
          <a:graphicData uri="http://schemas.openxmlformats.org/drawingml/2006/table">
            <a:tbl>
              <a:tblPr firstRow="1" bandRow="1"/>
              <a:tblGrid>
                <a:gridCol w="161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10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99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Ago</a:t>
                      </a:r>
                      <a:endParaRPr lang="pt-BR" b="1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4B50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Set</a:t>
                      </a:r>
                    </a:p>
                  </a:txBody>
                  <a:tcPr>
                    <a:solidFill>
                      <a:srgbClr val="4B50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Out</a:t>
                      </a:r>
                    </a:p>
                  </a:txBody>
                  <a:tcPr>
                    <a:solidFill>
                      <a:srgbClr val="4B50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Nov</a:t>
                      </a:r>
                      <a:endParaRPr lang="pt-BR" b="1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4B50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Dez</a:t>
                      </a:r>
                    </a:p>
                  </a:txBody>
                  <a:tcPr>
                    <a:solidFill>
                      <a:srgbClr val="4B50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Jan</a:t>
                      </a:r>
                    </a:p>
                  </a:txBody>
                  <a:tcPr>
                    <a:solidFill>
                      <a:srgbClr val="4B50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Fev</a:t>
                      </a:r>
                      <a:endParaRPr lang="pt-BR" b="1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4B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Pentágono 20"/>
          <p:cNvSpPr/>
          <p:nvPr/>
        </p:nvSpPr>
        <p:spPr>
          <a:xfrm>
            <a:off x="619539" y="1573432"/>
            <a:ext cx="921407" cy="360074"/>
          </a:xfrm>
          <a:prstGeom prst="homePlate">
            <a:avLst/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Tasy Native</a:t>
            </a:r>
          </a:p>
        </p:txBody>
      </p:sp>
      <p:sp>
        <p:nvSpPr>
          <p:cNvPr id="64" name="Pentágono 63"/>
          <p:cNvSpPr/>
          <p:nvPr/>
        </p:nvSpPr>
        <p:spPr>
          <a:xfrm>
            <a:off x="8368483" y="1563273"/>
            <a:ext cx="1643498" cy="32573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 cap="flat" cmpd="sng">
            <a:solidFill>
              <a:schemeClr val="accent5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Faturamento</a:t>
            </a: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6" name="Pentágono 65"/>
          <p:cNvSpPr/>
          <p:nvPr/>
        </p:nvSpPr>
        <p:spPr>
          <a:xfrm>
            <a:off x="6934251" y="2309024"/>
            <a:ext cx="1338292" cy="297861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Manutenção /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pt-BR" sz="1000" dirty="0" err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Eng</a:t>
            </a: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Clinica</a:t>
            </a:r>
          </a:p>
        </p:txBody>
      </p:sp>
      <p:sp>
        <p:nvSpPr>
          <p:cNvPr id="78" name="Pentágono 77"/>
          <p:cNvSpPr/>
          <p:nvPr/>
        </p:nvSpPr>
        <p:spPr>
          <a:xfrm>
            <a:off x="3970110" y="1559911"/>
            <a:ext cx="1463056" cy="301712"/>
          </a:xfrm>
          <a:prstGeom prst="homePlate">
            <a:avLst/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Enfermagem</a:t>
            </a:r>
          </a:p>
        </p:txBody>
      </p:sp>
      <p:sp>
        <p:nvSpPr>
          <p:cNvPr id="8" name="Pentágono 63">
            <a:extLst>
              <a:ext uri="{FF2B5EF4-FFF2-40B4-BE49-F238E27FC236}">
                <a16:creationId xmlns:a16="http://schemas.microsoft.com/office/drawing/2014/main" id="{DC536864-4F65-99CC-AF92-9C1E2E53017B}"/>
              </a:ext>
            </a:extLst>
          </p:cNvPr>
          <p:cNvSpPr/>
          <p:nvPr/>
        </p:nvSpPr>
        <p:spPr>
          <a:xfrm>
            <a:off x="8368483" y="1960738"/>
            <a:ext cx="1643498" cy="32573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 cap="flat" cmpd="sng">
            <a:solidFill>
              <a:schemeClr val="accent5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Financeiro</a:t>
            </a: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6" name="Pentágono 63">
            <a:extLst>
              <a:ext uri="{FF2B5EF4-FFF2-40B4-BE49-F238E27FC236}">
                <a16:creationId xmlns:a16="http://schemas.microsoft.com/office/drawing/2014/main" id="{B1161E0A-DCED-2A4C-FCED-627770475BDD}"/>
              </a:ext>
            </a:extLst>
          </p:cNvPr>
          <p:cNvSpPr/>
          <p:nvPr/>
        </p:nvSpPr>
        <p:spPr>
          <a:xfrm>
            <a:off x="1233387" y="2008988"/>
            <a:ext cx="1018994" cy="292009"/>
          </a:xfrm>
          <a:prstGeom prst="homePlate">
            <a:avLst/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</a:t>
            </a: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6B749DF-68FE-E2E0-FD25-9022628CC12C}"/>
              </a:ext>
            </a:extLst>
          </p:cNvPr>
          <p:cNvSpPr/>
          <p:nvPr/>
        </p:nvSpPr>
        <p:spPr>
          <a:xfrm>
            <a:off x="620288" y="591849"/>
            <a:ext cx="1612923" cy="358672"/>
          </a:xfrm>
          <a:prstGeom prst="roundRect">
            <a:avLst/>
          </a:prstGeom>
          <a:gradFill>
            <a:gsLst>
              <a:gs pos="0">
                <a:srgbClr val="F7E6C4"/>
              </a:gs>
              <a:gs pos="100000">
                <a:srgbClr val="ECC77C"/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Fase 1</a:t>
            </a:r>
          </a:p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TI / Infra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0575BFC-5153-5465-E87E-B9A319D92B5E}"/>
              </a:ext>
            </a:extLst>
          </p:cNvPr>
          <p:cNvSpPr/>
          <p:nvPr/>
        </p:nvSpPr>
        <p:spPr>
          <a:xfrm>
            <a:off x="2338888" y="584256"/>
            <a:ext cx="1576955" cy="360000"/>
          </a:xfrm>
          <a:prstGeom prst="roundRect">
            <a:avLst/>
          </a:prstGeom>
          <a:gradFill>
            <a:gsLst>
              <a:gs pos="0">
                <a:srgbClr val="F7E6C4"/>
              </a:gs>
              <a:gs pos="100000">
                <a:srgbClr val="ECC77C"/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Fase 2 </a:t>
            </a:r>
          </a:p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Recepção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ADC2260-29A0-E501-028E-7DD4ADDE5F35}"/>
              </a:ext>
            </a:extLst>
          </p:cNvPr>
          <p:cNvSpPr/>
          <p:nvPr/>
        </p:nvSpPr>
        <p:spPr>
          <a:xfrm>
            <a:off x="3970111" y="599237"/>
            <a:ext cx="4302432" cy="360000"/>
          </a:xfrm>
          <a:prstGeom prst="roundRect">
            <a:avLst/>
          </a:prstGeom>
          <a:gradFill>
            <a:gsLst>
              <a:gs pos="0">
                <a:srgbClr val="F7E6C4"/>
              </a:gs>
              <a:gs pos="100000">
                <a:srgbClr val="ECC77C"/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Fase 3</a:t>
            </a:r>
          </a:p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Assistencial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1812715-2957-AFC0-DF1E-85F6AC02336C}"/>
              </a:ext>
            </a:extLst>
          </p:cNvPr>
          <p:cNvSpPr/>
          <p:nvPr/>
        </p:nvSpPr>
        <p:spPr>
          <a:xfrm>
            <a:off x="1072544" y="162000"/>
            <a:ext cx="706776" cy="360000"/>
          </a:xfrm>
          <a:prstGeom prst="round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40h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AC95F9F-3278-A655-FA58-B051356B3D4F}"/>
              </a:ext>
            </a:extLst>
          </p:cNvPr>
          <p:cNvSpPr/>
          <p:nvPr/>
        </p:nvSpPr>
        <p:spPr>
          <a:xfrm>
            <a:off x="2892981" y="161785"/>
            <a:ext cx="468768" cy="360000"/>
          </a:xfrm>
          <a:prstGeom prst="round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40h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BA92FCF-11A8-9DD8-5C5F-E7409D86D7D7}"/>
              </a:ext>
            </a:extLst>
          </p:cNvPr>
          <p:cNvSpPr/>
          <p:nvPr/>
        </p:nvSpPr>
        <p:spPr>
          <a:xfrm>
            <a:off x="4052957" y="181493"/>
            <a:ext cx="4136739" cy="360000"/>
          </a:xfrm>
          <a:prstGeom prst="round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160h</a:t>
            </a:r>
          </a:p>
        </p:txBody>
      </p:sp>
      <p:sp>
        <p:nvSpPr>
          <p:cNvPr id="7" name="Pentágono 63">
            <a:extLst>
              <a:ext uri="{FF2B5EF4-FFF2-40B4-BE49-F238E27FC236}">
                <a16:creationId xmlns:a16="http://schemas.microsoft.com/office/drawing/2014/main" id="{FFB0318C-6A3D-6DA9-2B40-D9D73B99390E}"/>
              </a:ext>
            </a:extLst>
          </p:cNvPr>
          <p:cNvSpPr/>
          <p:nvPr/>
        </p:nvSpPr>
        <p:spPr>
          <a:xfrm>
            <a:off x="2310108" y="1575531"/>
            <a:ext cx="1605734" cy="32031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 cap="flat" cmpd="sng">
            <a:solidFill>
              <a:schemeClr val="accent5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Recepção Consultas</a:t>
            </a: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3" name="Pentágono 63">
            <a:extLst>
              <a:ext uri="{FF2B5EF4-FFF2-40B4-BE49-F238E27FC236}">
                <a16:creationId xmlns:a16="http://schemas.microsoft.com/office/drawing/2014/main" id="{D5EDC0B1-2314-8C63-FF4A-2706684B1312}"/>
              </a:ext>
            </a:extLst>
          </p:cNvPr>
          <p:cNvSpPr/>
          <p:nvPr/>
        </p:nvSpPr>
        <p:spPr>
          <a:xfrm>
            <a:off x="2310108" y="2325814"/>
            <a:ext cx="1605734" cy="320317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Cadastros</a:t>
            </a:r>
          </a:p>
          <a:p>
            <a:pPr algn="ctr"/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5" name="Pentágono 63">
            <a:extLst>
              <a:ext uri="{FF2B5EF4-FFF2-40B4-BE49-F238E27FC236}">
                <a16:creationId xmlns:a16="http://schemas.microsoft.com/office/drawing/2014/main" id="{469ECFA1-9555-6F0E-FBF7-0160781B1656}"/>
              </a:ext>
            </a:extLst>
          </p:cNvPr>
          <p:cNvSpPr/>
          <p:nvPr/>
        </p:nvSpPr>
        <p:spPr>
          <a:xfrm>
            <a:off x="2313467" y="1957157"/>
            <a:ext cx="1605734" cy="320317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Caixa / Tesouraria</a:t>
            </a:r>
          </a:p>
        </p:txBody>
      </p:sp>
      <p:sp>
        <p:nvSpPr>
          <p:cNvPr id="37" name="Pentágono 63">
            <a:extLst>
              <a:ext uri="{FF2B5EF4-FFF2-40B4-BE49-F238E27FC236}">
                <a16:creationId xmlns:a16="http://schemas.microsoft.com/office/drawing/2014/main" id="{26EFAAF9-2836-DB73-C502-6DBFA605D84C}"/>
              </a:ext>
            </a:extLst>
          </p:cNvPr>
          <p:cNvSpPr/>
          <p:nvPr/>
        </p:nvSpPr>
        <p:spPr>
          <a:xfrm>
            <a:off x="8360974" y="2764480"/>
            <a:ext cx="1633886" cy="325737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Qualidade</a:t>
            </a:r>
          </a:p>
          <a:p>
            <a:pPr algn="ctr"/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5" name="Pentágono 65">
            <a:extLst>
              <a:ext uri="{FF2B5EF4-FFF2-40B4-BE49-F238E27FC236}">
                <a16:creationId xmlns:a16="http://schemas.microsoft.com/office/drawing/2014/main" id="{3368600D-AFC2-095A-463F-160218958A8B}"/>
              </a:ext>
            </a:extLst>
          </p:cNvPr>
          <p:cNvSpPr/>
          <p:nvPr/>
        </p:nvSpPr>
        <p:spPr>
          <a:xfrm>
            <a:off x="5518644" y="1553588"/>
            <a:ext cx="1379258" cy="33542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 cap="flat" cmpd="sng">
            <a:solidFill>
              <a:schemeClr val="accent5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Recepção Exames</a:t>
            </a:r>
          </a:p>
        </p:txBody>
      </p:sp>
      <p:sp>
        <p:nvSpPr>
          <p:cNvPr id="49" name="Pentágono 65">
            <a:extLst>
              <a:ext uri="{FF2B5EF4-FFF2-40B4-BE49-F238E27FC236}">
                <a16:creationId xmlns:a16="http://schemas.microsoft.com/office/drawing/2014/main" id="{BA1F5693-1E90-8ED6-FD42-8B5BB2A671F1}"/>
              </a:ext>
            </a:extLst>
          </p:cNvPr>
          <p:cNvSpPr/>
          <p:nvPr/>
        </p:nvSpPr>
        <p:spPr>
          <a:xfrm>
            <a:off x="6934251" y="2685669"/>
            <a:ext cx="1372219" cy="35195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 cap="flat" cmpd="sng">
            <a:solidFill>
              <a:schemeClr val="accent5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Centro Cirúrgico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84D4ADE6-BE70-CC39-0F38-2410D88E7134}"/>
              </a:ext>
            </a:extLst>
          </p:cNvPr>
          <p:cNvSpPr/>
          <p:nvPr/>
        </p:nvSpPr>
        <p:spPr>
          <a:xfrm>
            <a:off x="8327054" y="590521"/>
            <a:ext cx="1659357" cy="360000"/>
          </a:xfrm>
          <a:prstGeom prst="roundRect">
            <a:avLst/>
          </a:prstGeom>
          <a:gradFill>
            <a:gsLst>
              <a:gs pos="0">
                <a:srgbClr val="F7E6C4"/>
              </a:gs>
              <a:gs pos="100000">
                <a:srgbClr val="ECC77C"/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Fase 4</a:t>
            </a:r>
          </a:p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Ciclo da Receita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83BA880D-6FE5-2054-378D-5CDC97963127}"/>
              </a:ext>
            </a:extLst>
          </p:cNvPr>
          <p:cNvSpPr/>
          <p:nvPr/>
        </p:nvSpPr>
        <p:spPr>
          <a:xfrm>
            <a:off x="8825753" y="158049"/>
            <a:ext cx="509687" cy="360000"/>
          </a:xfrm>
          <a:prstGeom prst="round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40h </a:t>
            </a:r>
          </a:p>
        </p:txBody>
      </p:sp>
      <p:sp>
        <p:nvSpPr>
          <p:cNvPr id="122" name="Pentágono 77">
            <a:extLst>
              <a:ext uri="{FF2B5EF4-FFF2-40B4-BE49-F238E27FC236}">
                <a16:creationId xmlns:a16="http://schemas.microsoft.com/office/drawing/2014/main" id="{0950BB20-1B7C-8A91-D5EB-B9FCB38D6DDE}"/>
              </a:ext>
            </a:extLst>
          </p:cNvPr>
          <p:cNvSpPr/>
          <p:nvPr/>
        </p:nvSpPr>
        <p:spPr>
          <a:xfrm>
            <a:off x="3970648" y="2325750"/>
            <a:ext cx="1463055" cy="333236"/>
          </a:xfrm>
          <a:prstGeom prst="homePlate">
            <a:avLst/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Consultório Médico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5549691-9B96-F538-0730-42A88687E466}"/>
              </a:ext>
            </a:extLst>
          </p:cNvPr>
          <p:cNvGrpSpPr/>
          <p:nvPr/>
        </p:nvGrpSpPr>
        <p:grpSpPr>
          <a:xfrm>
            <a:off x="93901" y="6179557"/>
            <a:ext cx="2189791" cy="521006"/>
            <a:chOff x="68629" y="6254866"/>
            <a:chExt cx="2189791" cy="521006"/>
          </a:xfrm>
        </p:grpSpPr>
        <p:sp>
          <p:nvSpPr>
            <p:cNvPr id="15" name="Pentágono 74">
              <a:extLst>
                <a:ext uri="{FF2B5EF4-FFF2-40B4-BE49-F238E27FC236}">
                  <a16:creationId xmlns:a16="http://schemas.microsoft.com/office/drawing/2014/main" id="{A0E20C76-2DF0-44A2-B4E4-1B2BDF575339}"/>
                </a:ext>
              </a:extLst>
            </p:cNvPr>
            <p:cNvSpPr/>
            <p:nvPr/>
          </p:nvSpPr>
          <p:spPr>
            <a:xfrm>
              <a:off x="68629" y="6260809"/>
              <a:ext cx="324000" cy="194426"/>
            </a:xfrm>
            <a:prstGeom prst="homePlat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 cap="flat" cmpd="sng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200"/>
              </a:pPr>
              <a:endPara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7" name="Pentágono 85">
              <a:extLst>
                <a:ext uri="{FF2B5EF4-FFF2-40B4-BE49-F238E27FC236}">
                  <a16:creationId xmlns:a16="http://schemas.microsoft.com/office/drawing/2014/main" id="{3AD5FE1A-D5DB-EE37-90DA-8FE0918D761E}"/>
                </a:ext>
              </a:extLst>
            </p:cNvPr>
            <p:cNvSpPr/>
            <p:nvPr/>
          </p:nvSpPr>
          <p:spPr>
            <a:xfrm>
              <a:off x="68629" y="6561180"/>
              <a:ext cx="324000" cy="194426"/>
            </a:xfrm>
            <a:prstGeom prst="homePlate">
              <a:avLst/>
            </a:prstGeom>
            <a:gradFill flip="none" rotWithShape="1">
              <a:gsLst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  <a:p>
              <a:pPr algn="ctr"/>
              <a:endPara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  <a:p>
              <a:pPr algn="ctr"/>
              <a:endPara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BE6A7BDA-01A7-E99E-7AAA-479F912AC9EA}"/>
                </a:ext>
              </a:extLst>
            </p:cNvPr>
            <p:cNvSpPr txBox="1"/>
            <p:nvPr/>
          </p:nvSpPr>
          <p:spPr>
            <a:xfrm>
              <a:off x="382797" y="6254866"/>
              <a:ext cx="18657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dirty="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Setores </a:t>
              </a:r>
              <a:r>
                <a:rPr lang="pt-BR" sz="900" b="1" dirty="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com</a:t>
              </a:r>
              <a:r>
                <a:rPr lang="pt-BR" sz="900" dirty="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 atuação da Philips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7C5051ED-1770-76A8-0D42-D6CEE97976C8}"/>
                </a:ext>
              </a:extLst>
            </p:cNvPr>
            <p:cNvSpPr txBox="1"/>
            <p:nvPr/>
          </p:nvSpPr>
          <p:spPr>
            <a:xfrm>
              <a:off x="392629" y="6545040"/>
              <a:ext cx="18657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dirty="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Setores </a:t>
              </a:r>
              <a:r>
                <a:rPr lang="pt-BR" sz="900" b="1" dirty="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sem</a:t>
              </a:r>
              <a:r>
                <a:rPr lang="pt-BR" sz="900" dirty="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 atuação da Philips</a:t>
              </a:r>
            </a:p>
          </p:txBody>
        </p:sp>
      </p:grpSp>
      <p:sp>
        <p:nvSpPr>
          <p:cNvPr id="57" name="Pentágono 77">
            <a:extLst>
              <a:ext uri="{FF2B5EF4-FFF2-40B4-BE49-F238E27FC236}">
                <a16:creationId xmlns:a16="http://schemas.microsoft.com/office/drawing/2014/main" id="{69BF9C68-B076-797F-82AA-2AAE319703E2}"/>
              </a:ext>
            </a:extLst>
          </p:cNvPr>
          <p:cNvSpPr/>
          <p:nvPr/>
        </p:nvSpPr>
        <p:spPr>
          <a:xfrm>
            <a:off x="2310108" y="2708335"/>
            <a:ext cx="1605734" cy="320317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Call</a:t>
            </a: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Center</a:t>
            </a:r>
          </a:p>
        </p:txBody>
      </p:sp>
      <p:sp>
        <p:nvSpPr>
          <p:cNvPr id="137" name="Pentágono 65">
            <a:extLst>
              <a:ext uri="{FF2B5EF4-FFF2-40B4-BE49-F238E27FC236}">
                <a16:creationId xmlns:a16="http://schemas.microsoft.com/office/drawing/2014/main" id="{DBF8F94B-C71B-987D-20F3-072AEC260BAF}"/>
              </a:ext>
            </a:extLst>
          </p:cNvPr>
          <p:cNvSpPr/>
          <p:nvPr/>
        </p:nvSpPr>
        <p:spPr>
          <a:xfrm>
            <a:off x="6941097" y="1550228"/>
            <a:ext cx="1331447" cy="29786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 cap="flat" cmpd="sng">
            <a:solidFill>
              <a:schemeClr val="accent5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Farmácia</a:t>
            </a:r>
          </a:p>
        </p:txBody>
      </p:sp>
      <p:sp>
        <p:nvSpPr>
          <p:cNvPr id="151" name="Pentágono 77">
            <a:extLst>
              <a:ext uri="{FF2B5EF4-FFF2-40B4-BE49-F238E27FC236}">
                <a16:creationId xmlns:a16="http://schemas.microsoft.com/office/drawing/2014/main" id="{6F9EBE72-90A6-E4CA-FA95-9E5C6E7CDE83}"/>
              </a:ext>
            </a:extLst>
          </p:cNvPr>
          <p:cNvSpPr/>
          <p:nvPr/>
        </p:nvSpPr>
        <p:spPr>
          <a:xfrm>
            <a:off x="3970110" y="1955794"/>
            <a:ext cx="1463056" cy="301712"/>
          </a:xfrm>
          <a:prstGeom prst="homePlate">
            <a:avLst/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pt-BR" sz="1000" dirty="0" err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Pré</a:t>
            </a: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Consultas</a:t>
            </a:r>
          </a:p>
        </p:txBody>
      </p:sp>
      <p:sp>
        <p:nvSpPr>
          <p:cNvPr id="6" name="Pentágono 81">
            <a:extLst>
              <a:ext uri="{FF2B5EF4-FFF2-40B4-BE49-F238E27FC236}">
                <a16:creationId xmlns:a16="http://schemas.microsoft.com/office/drawing/2014/main" id="{65A2CF93-FFC6-5201-0CCC-EC7C798242BC}"/>
              </a:ext>
            </a:extLst>
          </p:cNvPr>
          <p:cNvSpPr/>
          <p:nvPr/>
        </p:nvSpPr>
        <p:spPr>
          <a:xfrm>
            <a:off x="3967621" y="2721190"/>
            <a:ext cx="1471149" cy="349123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Orientação Cirúrgica</a:t>
            </a:r>
          </a:p>
        </p:txBody>
      </p:sp>
      <p:sp>
        <p:nvSpPr>
          <p:cNvPr id="3" name="Pentágono 63">
            <a:extLst>
              <a:ext uri="{FF2B5EF4-FFF2-40B4-BE49-F238E27FC236}">
                <a16:creationId xmlns:a16="http://schemas.microsoft.com/office/drawing/2014/main" id="{46E84469-99D4-7DB5-5191-0B8C39472E55}"/>
              </a:ext>
            </a:extLst>
          </p:cNvPr>
          <p:cNvSpPr/>
          <p:nvPr/>
        </p:nvSpPr>
        <p:spPr>
          <a:xfrm>
            <a:off x="8368483" y="2358200"/>
            <a:ext cx="1643498" cy="325737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Gerencial</a:t>
            </a:r>
          </a:p>
          <a:p>
            <a:pPr algn="ctr"/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Pentágono 65">
            <a:extLst>
              <a:ext uri="{FF2B5EF4-FFF2-40B4-BE49-F238E27FC236}">
                <a16:creationId xmlns:a16="http://schemas.microsoft.com/office/drawing/2014/main" id="{E25F0137-79E9-CA2A-89A7-B2E3E1810326}"/>
              </a:ext>
            </a:extLst>
          </p:cNvPr>
          <p:cNvSpPr/>
          <p:nvPr/>
        </p:nvSpPr>
        <p:spPr>
          <a:xfrm>
            <a:off x="5508573" y="1960893"/>
            <a:ext cx="1379258" cy="335422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Exames</a:t>
            </a:r>
          </a:p>
        </p:txBody>
      </p:sp>
      <p:sp>
        <p:nvSpPr>
          <p:cNvPr id="38" name="Pentágono 65">
            <a:extLst>
              <a:ext uri="{FF2B5EF4-FFF2-40B4-BE49-F238E27FC236}">
                <a16:creationId xmlns:a16="http://schemas.microsoft.com/office/drawing/2014/main" id="{0571219B-2A2A-807B-244A-EAE279DC8CB0}"/>
              </a:ext>
            </a:extLst>
          </p:cNvPr>
          <p:cNvSpPr/>
          <p:nvPr/>
        </p:nvSpPr>
        <p:spPr>
          <a:xfrm>
            <a:off x="6949081" y="1932379"/>
            <a:ext cx="1331447" cy="297861"/>
          </a:xfrm>
          <a:prstGeom prst="homePlate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Almoxarifado / Compras</a:t>
            </a:r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9E6638D1-39CC-E081-71CA-B5D39EBAFE20}"/>
              </a:ext>
            </a:extLst>
          </p:cNvPr>
          <p:cNvCxnSpPr>
            <a:cxnSpLocks/>
          </p:cNvCxnSpPr>
          <p:nvPr/>
        </p:nvCxnSpPr>
        <p:spPr>
          <a:xfrm>
            <a:off x="6898433" y="1464455"/>
            <a:ext cx="0" cy="4165878"/>
          </a:xfrm>
          <a:prstGeom prst="line">
            <a:avLst/>
          </a:prstGeom>
          <a:ln w="1270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E0E5E33A-381C-551F-3CE7-A3A9F25D817E}"/>
              </a:ext>
            </a:extLst>
          </p:cNvPr>
          <p:cNvSpPr/>
          <p:nvPr/>
        </p:nvSpPr>
        <p:spPr>
          <a:xfrm>
            <a:off x="10102260" y="580300"/>
            <a:ext cx="1309772" cy="360000"/>
          </a:xfrm>
          <a:prstGeom prst="roundRect">
            <a:avLst/>
          </a:prstGeom>
          <a:gradFill>
            <a:gsLst>
              <a:gs pos="0">
                <a:srgbClr val="F7E6C4"/>
              </a:gs>
              <a:gs pos="100000">
                <a:srgbClr val="ECC77C"/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Fase 5</a:t>
            </a:r>
          </a:p>
          <a:p>
            <a:pPr algn="ctr"/>
            <a:r>
              <a:rPr lang="pt-BR" sz="1100" dirty="0" err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Rollout</a:t>
            </a:r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Indaial</a:t>
            </a:r>
          </a:p>
        </p:txBody>
      </p:sp>
      <p:sp>
        <p:nvSpPr>
          <p:cNvPr id="53" name="Pentágono 63">
            <a:extLst>
              <a:ext uri="{FF2B5EF4-FFF2-40B4-BE49-F238E27FC236}">
                <a16:creationId xmlns:a16="http://schemas.microsoft.com/office/drawing/2014/main" id="{F8F5244F-3732-A0F6-A5A9-3FB1AAB793E6}"/>
              </a:ext>
            </a:extLst>
          </p:cNvPr>
          <p:cNvSpPr/>
          <p:nvPr/>
        </p:nvSpPr>
        <p:spPr>
          <a:xfrm>
            <a:off x="10089450" y="1536289"/>
            <a:ext cx="1322583" cy="35272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  <a:tileRect/>
          </a:gradFill>
          <a:ln w="6350" cap="flat" cmpd="sng">
            <a:solidFill>
              <a:schemeClr val="accent5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ctr">
              <a:buClr>
                <a:schemeClr val="lt1"/>
              </a:buClr>
              <a:buSzPts val="1200"/>
            </a:pPr>
            <a:r>
              <a:rPr lang="pt-BR" sz="1000" dirty="0" err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Rollout</a:t>
            </a:r>
            <a:r>
              <a:rPr lang="pt-BR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Indaial</a:t>
            </a:r>
          </a:p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F7B10EB5-328D-E833-2F26-C365BC8D69D2}"/>
              </a:ext>
            </a:extLst>
          </p:cNvPr>
          <p:cNvSpPr/>
          <p:nvPr/>
        </p:nvSpPr>
        <p:spPr>
          <a:xfrm>
            <a:off x="10502302" y="158049"/>
            <a:ext cx="509687" cy="360000"/>
          </a:xfrm>
          <a:prstGeom prst="round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path path="shape">
              <a:fillToRect l="50000" t="50000" r="50000" b="50000"/>
            </a:path>
          </a:gradFill>
          <a:ln w="3175" cap="flat" cmpd="sng">
            <a:solidFill>
              <a:srgbClr val="ECC77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20h </a:t>
            </a:r>
          </a:p>
        </p:txBody>
      </p:sp>
      <p:sp>
        <p:nvSpPr>
          <p:cNvPr id="68" name="Pentágono 74">
            <a:extLst>
              <a:ext uri="{FF2B5EF4-FFF2-40B4-BE49-F238E27FC236}">
                <a16:creationId xmlns:a16="http://schemas.microsoft.com/office/drawing/2014/main" id="{26CC3203-352A-F900-EE21-4750C88AB17A}"/>
              </a:ext>
            </a:extLst>
          </p:cNvPr>
          <p:cNvSpPr/>
          <p:nvPr/>
        </p:nvSpPr>
        <p:spPr>
          <a:xfrm>
            <a:off x="93901" y="5879186"/>
            <a:ext cx="324000" cy="194426"/>
          </a:xfrm>
          <a:prstGeom prst="homePlate">
            <a:avLst/>
          </a:prstGeom>
          <a:gradFill flip="none" rotWithShape="1">
            <a:gsLst>
              <a:gs pos="0">
                <a:schemeClr val="tx2">
                  <a:lumMod val="7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endParaRPr lang="pt-BR" sz="1000" dirty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0836743E-94B6-E584-5BFC-8B549B7F1C4C}"/>
              </a:ext>
            </a:extLst>
          </p:cNvPr>
          <p:cNvSpPr txBox="1"/>
          <p:nvPr/>
        </p:nvSpPr>
        <p:spPr>
          <a:xfrm>
            <a:off x="408069" y="5873243"/>
            <a:ext cx="18657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Setores </a:t>
            </a:r>
            <a:r>
              <a:rPr lang="pt-BR" sz="9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com</a:t>
            </a:r>
            <a:r>
              <a:rPr lang="pt-BR" sz="9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Implantação da Philips</a:t>
            </a:r>
          </a:p>
        </p:txBody>
      </p:sp>
    </p:spTree>
    <p:extLst>
      <p:ext uri="{BB962C8B-B14F-4D97-AF65-F5344CB8AC3E}">
        <p14:creationId xmlns:p14="http://schemas.microsoft.com/office/powerpoint/2010/main" val="80204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8524</TotalTime>
  <Words>85</Words>
  <Application>Microsoft Office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Roboto Condensed</vt:lpstr>
      <vt:lpstr>Roboto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Interage</dc:creator>
  <cp:lastModifiedBy>Adam Leonard Lacerda de Souza</cp:lastModifiedBy>
  <cp:revision>156</cp:revision>
  <dcterms:created xsi:type="dcterms:W3CDTF">2018-07-12T16:34:26Z</dcterms:created>
  <dcterms:modified xsi:type="dcterms:W3CDTF">2025-07-15T19:42:18Z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Philips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0x0101009DC15A66F326454F864176D17E114E31</vt:lpwstr>
  </property>
  <property fmtid="{D5CDD505-2E9C-101B-9397-08002B2CF9AE}" pid="14" name="MediaServiceImageTags">
    <vt:lpwstr/>
  </property>
</Properties>
</file>