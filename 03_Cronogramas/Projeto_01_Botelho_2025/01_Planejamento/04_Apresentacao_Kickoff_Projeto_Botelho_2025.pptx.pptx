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4" r:id="rId1"/>
    <p:sldMasterId id="2147483724" r:id="rId2"/>
  </p:sldMasterIdLst>
  <p:notesMasterIdLst>
    <p:notesMasterId r:id="rId23"/>
  </p:notesMasterIdLst>
  <p:handoutMasterIdLst>
    <p:handoutMasterId r:id="rId24"/>
  </p:handoutMasterIdLst>
  <p:sldIdLst>
    <p:sldId id="981" r:id="rId3"/>
    <p:sldId id="2146848518" r:id="rId4"/>
    <p:sldId id="263" r:id="rId5"/>
    <p:sldId id="2146848517" r:id="rId6"/>
    <p:sldId id="264" r:id="rId7"/>
    <p:sldId id="2146848519" r:id="rId8"/>
    <p:sldId id="2146848516" r:id="rId9"/>
    <p:sldId id="2146848520" r:id="rId10"/>
    <p:sldId id="2145727202" r:id="rId11"/>
    <p:sldId id="265" r:id="rId12"/>
    <p:sldId id="2145727173" r:id="rId13"/>
    <p:sldId id="298" r:id="rId14"/>
    <p:sldId id="293" r:id="rId15"/>
    <p:sldId id="2146848521" r:id="rId16"/>
    <p:sldId id="2146848479" r:id="rId17"/>
    <p:sldId id="2146848522" r:id="rId18"/>
    <p:sldId id="2146848424" r:id="rId19"/>
    <p:sldId id="2146848523" r:id="rId20"/>
    <p:sldId id="2146848507" r:id="rId21"/>
    <p:sldId id="259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FD7AB0A-B641-45A4-AA09-9E4F81DF25C0}">
          <p14:sldIdLst>
            <p14:sldId id="981"/>
            <p14:sldId id="2146848518"/>
            <p14:sldId id="263"/>
            <p14:sldId id="2146848517"/>
            <p14:sldId id="264"/>
            <p14:sldId id="2146848519"/>
            <p14:sldId id="2146848516"/>
            <p14:sldId id="2146848520"/>
            <p14:sldId id="2145727202"/>
            <p14:sldId id="265"/>
            <p14:sldId id="2145727173"/>
            <p14:sldId id="298"/>
            <p14:sldId id="293"/>
            <p14:sldId id="2146848521"/>
            <p14:sldId id="2146848479"/>
            <p14:sldId id="2146848522"/>
            <p14:sldId id="2146848424"/>
            <p14:sldId id="2146848523"/>
            <p14:sldId id="214684850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8009"/>
    <a:srgbClr val="9A6026"/>
    <a:srgbClr val="256D7B"/>
    <a:srgbClr val="E2A62E"/>
    <a:srgbClr val="ABABAB"/>
    <a:srgbClr val="F5960B"/>
    <a:srgbClr val="F0930A"/>
    <a:srgbClr val="00823B"/>
    <a:srgbClr val="FFA5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1" autoAdjust="0"/>
    <p:restoredTop sz="93351" autoAdjust="0"/>
  </p:normalViewPr>
  <p:slideViewPr>
    <p:cSldViewPr snapToGrid="0" snapToObjects="1">
      <p:cViewPr varScale="1">
        <p:scale>
          <a:sx n="62" d="100"/>
          <a:sy n="62" d="100"/>
        </p:scale>
        <p:origin x="4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167090C-792C-40BF-913C-D7399CFDEA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E386F1-18BB-4B9D-A8A4-B70192AB70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13949-7283-4841-A8CC-46AEA310B414}" type="datetimeFigureOut">
              <a:rPr lang="pt-BR" smtClean="0"/>
              <a:t>17/07/2025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970AC7-C5EB-431A-A330-0F9EBC0C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B618E0-8A22-405D-935B-9920702D50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468CA-9EF0-48E6-81A7-FE481387AF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3371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907B1-9BAF-0348-BBAE-44D1896240C2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46C2F-E8AF-8B4F-995D-F2E94410F8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962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4" name="Google Shape;32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FOLKS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46C2F-E8AF-8B4F-995D-F2E94410F8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4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33" name="Google Shape;333;p9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46C2F-E8AF-8B4F-995D-F2E94410F8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0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502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358" name="Google Shape;3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166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FOLKS</a:t>
            </a:r>
            <a:endParaRPr dirty="0"/>
          </a:p>
        </p:txBody>
      </p:sp>
      <p:sp>
        <p:nvSpPr>
          <p:cNvPr id="917" name="Google Shape;9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7" name="Google Shape;877;p3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8" name="Google Shape;878;p38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46C2F-E8AF-8B4F-995D-F2E94410F8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89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0:notes"/>
          <p:cNvSpPr txBox="1">
            <a:spLocks noGrp="1"/>
          </p:cNvSpPr>
          <p:nvPr>
            <p:ph type="body" idx="1"/>
          </p:nvPr>
        </p:nvSpPr>
        <p:spPr>
          <a:xfrm>
            <a:off x="687705" y="4813866"/>
            <a:ext cx="5501640" cy="3938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450" tIns="48225" rIns="96450" bIns="48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2" name="Google Shape;26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0950"/>
            <a:ext cx="5997575" cy="337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7994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46C2F-E8AF-8B4F-995D-F2E94410F8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dark blue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6"/>
          <p:cNvPicPr preferRelativeResize="0"/>
          <p:nvPr/>
        </p:nvPicPr>
        <p:blipFill rotWithShape="1">
          <a:blip r:embed="rId2">
            <a:alphaModFix/>
          </a:blip>
          <a:srcRect l="8814" t="82150" r="75933" b="8967"/>
          <a:stretch/>
        </p:blipFill>
        <p:spPr>
          <a:xfrm>
            <a:off x="1093406" y="5820970"/>
            <a:ext cx="1860069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798" y="590718"/>
            <a:ext cx="905174" cy="1174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3066" y="903366"/>
            <a:ext cx="2319352" cy="5495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;p36">
            <a:extLst>
              <a:ext uri="{FF2B5EF4-FFF2-40B4-BE49-F238E27FC236}">
                <a16:creationId xmlns:a16="http://schemas.microsoft.com/office/drawing/2014/main" id="{965236A4-1379-20B5-A27C-97DDBA43C25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9313" y="2984700"/>
            <a:ext cx="8226211" cy="16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400" b="1" i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2pPr>
            <a:lvl3pPr marL="1371600" lvl="2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3pPr>
            <a:lvl4pPr marL="1828800" lvl="3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576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segurando, homem, mulher&#10;&#10;Descrição gerada automaticamente">
            <a:extLst>
              <a:ext uri="{FF2B5EF4-FFF2-40B4-BE49-F238E27FC236}">
                <a16:creationId xmlns:a16="http://schemas.microsoft.com/office/drawing/2014/main" id="{E2CBB1E8-109C-45E4-AAA5-71FFDAAB5B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05" y="-11297"/>
            <a:ext cx="12192904" cy="68692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78E790E-8815-40FC-A421-D9C9D6959BA5}"/>
              </a:ext>
            </a:extLst>
          </p:cNvPr>
          <p:cNvSpPr/>
          <p:nvPr userDrawn="1"/>
        </p:nvSpPr>
        <p:spPr>
          <a:xfrm>
            <a:off x="1" y="-23400"/>
            <a:ext cx="12192904" cy="6869297"/>
          </a:xfrm>
          <a:prstGeom prst="rect">
            <a:avLst/>
          </a:prstGeom>
          <a:gradFill flip="none" rotWithShape="1">
            <a:gsLst>
              <a:gs pos="83000">
                <a:srgbClr val="1D4674"/>
              </a:gs>
              <a:gs pos="17000">
                <a:srgbClr val="0489E9">
                  <a:alpha val="45000"/>
                </a:srgbClr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0AC744-8F7C-492F-9A2D-A3EF842638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6907" y="796283"/>
            <a:ext cx="397329" cy="2293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9D279EF-43BA-4D49-B659-C4AD34A74A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4" y="775585"/>
            <a:ext cx="397329" cy="2293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2D9E65-122C-4BBD-A941-CDF8CA5A8C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6906" y="2229726"/>
            <a:ext cx="397329" cy="2293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2D31C38-ED3B-4B7A-B679-3F6F494AD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28393" y="2229726"/>
            <a:ext cx="397329" cy="2293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0576EC-85C0-41E9-BE31-790BF20396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920087" y="2229727"/>
            <a:ext cx="397329" cy="2293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B42E3A-2635-4B7C-B8ED-136727736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770491" y="3689585"/>
            <a:ext cx="397329" cy="22938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480C574-E19F-4FA4-A02C-11758E714B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918343" y="3689585"/>
            <a:ext cx="397329" cy="22938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6B8C9CC-7290-4127-B738-50039287A5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66195" y="3689585"/>
            <a:ext cx="397329" cy="22938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42FB1A-A83A-4552-8E7D-4DF8F8811E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1" y="5101432"/>
            <a:ext cx="397329" cy="22938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54B852E-8C2E-4985-A4F3-22B823D734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0" y="6500376"/>
            <a:ext cx="397329" cy="22938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6E7E039-AB6A-48D0-A60E-58579E975E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42700" y="6506909"/>
            <a:ext cx="397329" cy="22938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7B62D99-2757-441E-9006-29701895BA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28394" y="6512423"/>
            <a:ext cx="397329" cy="22938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2F1E19F-8087-4EAE-9D7A-0FD964FF9A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770491" y="6513519"/>
            <a:ext cx="397329" cy="22938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1FE3557-83A1-4934-B2D1-0CD6D9A7E4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671169" y="6524764"/>
            <a:ext cx="397329" cy="22938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62628F9-6E61-4989-9053-FBD91C8902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334973" y="6526660"/>
            <a:ext cx="397329" cy="22938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846614E0-2D0E-4D7B-AF30-FA9E5B567A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43904" y="6526659"/>
            <a:ext cx="397329" cy="2293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7DCAE82-A261-4DA4-A4FD-FADEACEA82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707600" y="5101431"/>
            <a:ext cx="397329" cy="22938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9B12F55-CE21-4072-8FD0-7C8239AD2B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5798" y="5101431"/>
            <a:ext cx="397329" cy="22938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8423EDE-4D30-4C67-8AC4-A76D93798E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42700" y="4398888"/>
            <a:ext cx="397329" cy="22938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C6C08304-D63B-4A2C-AC3C-DA837CD557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739223" y="4398888"/>
            <a:ext cx="397329" cy="229386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0EBCF48-BC29-4430-8BF0-0B83697535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70492" y="2933555"/>
            <a:ext cx="397329" cy="22938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BD94D56-03CC-4261-8D4A-CD2C5030B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6292" y="2933555"/>
            <a:ext cx="397329" cy="22938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E00F601-47E3-48C9-B6BF-46970C843E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0908" y="1484995"/>
            <a:ext cx="397329" cy="229386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0A78E5C-AD37-401D-8DEA-88296C7BFC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42701" y="1484996"/>
            <a:ext cx="397329" cy="229386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04F836A-F860-4178-9620-6E1AE0EDA8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0527" y="5842294"/>
            <a:ext cx="397329" cy="229386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6F467A5-DA5D-4BC7-8D2A-16FB893AED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85086" y="5839561"/>
            <a:ext cx="397329" cy="229386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9BA8A0D-EEB6-4095-BE0F-051407B4E4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26567" y="2902779"/>
            <a:ext cx="397329" cy="229386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238E536-4CF5-41E4-9A65-5B2C469782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320522" y="5839561"/>
            <a:ext cx="397329" cy="22938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6D82D515-5DD9-41D1-8F5B-33D8C9EB2F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47539" y="5839561"/>
            <a:ext cx="397329" cy="22938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3A9132B5-715C-4D94-A05E-56989339D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180553" y="5839561"/>
            <a:ext cx="397329" cy="229386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7BD36BA-847B-4B1D-8B7D-0D66963F96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29044" y="5839561"/>
            <a:ext cx="397329" cy="229386"/>
          </a:xfrm>
          <a:prstGeom prst="rect">
            <a:avLst/>
          </a:prstGeom>
        </p:spPr>
      </p:pic>
      <p:pic>
        <p:nvPicPr>
          <p:cNvPr id="2" name="Google Shape;21;p36">
            <a:extLst>
              <a:ext uri="{FF2B5EF4-FFF2-40B4-BE49-F238E27FC236}">
                <a16:creationId xmlns:a16="http://schemas.microsoft.com/office/drawing/2014/main" id="{193277E0-EC2B-2D18-CBDE-FC49CD1B33D8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321072" y="590718"/>
            <a:ext cx="905174" cy="1174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2;p36">
            <a:extLst>
              <a:ext uri="{FF2B5EF4-FFF2-40B4-BE49-F238E27FC236}">
                <a16:creationId xmlns:a16="http://schemas.microsoft.com/office/drawing/2014/main" id="{5D99E7B5-AAF4-7B8B-2B10-CF8825F179A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896340" y="903366"/>
            <a:ext cx="2319352" cy="549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28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24">
            <a:extLst>
              <a:ext uri="{FF2B5EF4-FFF2-40B4-BE49-F238E27FC236}">
                <a16:creationId xmlns:a16="http://schemas.microsoft.com/office/drawing/2014/main" id="{39F90E9E-D1B5-4DB7-BDD3-8542DE724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604" y="34758"/>
            <a:ext cx="11672596" cy="780731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chemeClr val="accent4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Google Shape;25;p37">
            <a:extLst>
              <a:ext uri="{FF2B5EF4-FFF2-40B4-BE49-F238E27FC236}">
                <a16:creationId xmlns:a16="http://schemas.microsoft.com/office/drawing/2014/main" id="{72399B16-1240-082C-F15D-51A578CF4B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665493" y="93874"/>
            <a:ext cx="426181" cy="54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6;p37">
            <a:extLst>
              <a:ext uri="{FF2B5EF4-FFF2-40B4-BE49-F238E27FC236}">
                <a16:creationId xmlns:a16="http://schemas.microsoft.com/office/drawing/2014/main" id="{E4C64F83-7F4A-A0F7-0416-9B479AC31AF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417372" y="231876"/>
            <a:ext cx="1044000" cy="265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872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78066-60DD-EF42-89F6-D75393DEA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025" y="80777"/>
            <a:ext cx="11368468" cy="833755"/>
          </a:xfrm>
          <a:prstGeom prst="rect">
            <a:avLst/>
          </a:prstGeom>
        </p:spPr>
        <p:txBody>
          <a:bodyPr anchor="ctr"/>
          <a:lstStyle>
            <a:lvl1pPr algn="l">
              <a:defRPr lang="en-US" b="1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/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FC261-7A84-3242-B63E-08B00565B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5" y="1138336"/>
            <a:ext cx="11368468" cy="505729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pic>
        <p:nvPicPr>
          <p:cNvPr id="4" name="Google Shape;25;p37">
            <a:extLst>
              <a:ext uri="{FF2B5EF4-FFF2-40B4-BE49-F238E27FC236}">
                <a16:creationId xmlns:a16="http://schemas.microsoft.com/office/drawing/2014/main" id="{93E9086C-2A06-ACC6-0136-592AA42C38C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665493" y="93874"/>
            <a:ext cx="426181" cy="54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6;p37">
            <a:extLst>
              <a:ext uri="{FF2B5EF4-FFF2-40B4-BE49-F238E27FC236}">
                <a16:creationId xmlns:a16="http://schemas.microsoft.com/office/drawing/2014/main" id="{2360BA94-908A-18B0-918E-D072AA0277F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417372" y="231876"/>
            <a:ext cx="1044000" cy="265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184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ó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9EFB48-8EAC-45E2-9533-6154A3520095}"/>
              </a:ext>
            </a:extLst>
          </p:cNvPr>
          <p:cNvSpPr/>
          <p:nvPr userDrawn="1"/>
        </p:nvSpPr>
        <p:spPr>
          <a:xfrm flipH="1">
            <a:off x="-2" y="-14287"/>
            <a:ext cx="4687911" cy="6858000"/>
          </a:xfrm>
          <a:prstGeom prst="rect">
            <a:avLst/>
          </a:prstGeom>
          <a:solidFill>
            <a:srgbClr val="2D6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1">
            <a:extLst>
              <a:ext uri="{FF2B5EF4-FFF2-40B4-BE49-F238E27FC236}">
                <a16:creationId xmlns:a16="http://schemas.microsoft.com/office/drawing/2014/main" id="{DE3229FF-4252-4753-BCAA-170FEACD2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540" y="1555477"/>
            <a:ext cx="4314423" cy="987999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7" name="Espaço Reservado para Texto 14">
            <a:extLst>
              <a:ext uri="{FF2B5EF4-FFF2-40B4-BE49-F238E27FC236}">
                <a16:creationId xmlns:a16="http://schemas.microsoft.com/office/drawing/2014/main" id="{7F17880D-1A9F-4352-A5A6-5DAA827D87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540" y="3125078"/>
            <a:ext cx="4314423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EED198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  <p:pic>
        <p:nvPicPr>
          <p:cNvPr id="2" name="Google Shape;25;p37">
            <a:extLst>
              <a:ext uri="{FF2B5EF4-FFF2-40B4-BE49-F238E27FC236}">
                <a16:creationId xmlns:a16="http://schemas.microsoft.com/office/drawing/2014/main" id="{65AB3DE3-A96F-129E-38DC-BF79E2C55DD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665493" y="93874"/>
            <a:ext cx="426181" cy="54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;p37">
            <a:extLst>
              <a:ext uri="{FF2B5EF4-FFF2-40B4-BE49-F238E27FC236}">
                <a16:creationId xmlns:a16="http://schemas.microsoft.com/office/drawing/2014/main" id="{854D9DE7-13EB-39E1-0F9E-75F43DCE76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417372" y="231876"/>
            <a:ext cx="1044000" cy="265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570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Padrão do plano de fundo&#10;&#10;Descrição gerada automaticamente">
            <a:extLst>
              <a:ext uri="{FF2B5EF4-FFF2-40B4-BE49-F238E27FC236}">
                <a16:creationId xmlns:a16="http://schemas.microsoft.com/office/drawing/2014/main" id="{2824F262-4FD4-4CA8-A0B5-A82D6BCB1B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98"/>
            <a:ext cx="12192000" cy="68580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A51A97D1-C9C2-CD45-8443-B26CD6C40AF8}"/>
              </a:ext>
            </a:extLst>
          </p:cNvPr>
          <p:cNvSpPr txBox="1"/>
          <p:nvPr userDrawn="1"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ítulo 11">
            <a:extLst>
              <a:ext uri="{FF2B5EF4-FFF2-40B4-BE49-F238E27FC236}">
                <a16:creationId xmlns:a16="http://schemas.microsoft.com/office/drawing/2014/main" id="{CE3059A6-9BFE-ECEC-05A2-98374EE32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104" y="2521762"/>
            <a:ext cx="10515600" cy="987999"/>
          </a:xfrm>
          <a:prstGeom prst="rect">
            <a:avLst/>
          </a:prstGeom>
        </p:spPr>
        <p:txBody>
          <a:bodyPr/>
          <a:lstStyle>
            <a:lvl1pPr>
              <a:defRPr sz="5400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14">
            <a:extLst>
              <a:ext uri="{FF2B5EF4-FFF2-40B4-BE49-F238E27FC236}">
                <a16:creationId xmlns:a16="http://schemas.microsoft.com/office/drawing/2014/main" id="{8568A106-9D41-255E-9FA3-B9F0F465D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5104" y="3541857"/>
            <a:ext cx="5600700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accent5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712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dor 2">
    <p:bg>
      <p:bgPr>
        <a:gradFill>
          <a:gsLst>
            <a:gs pos="0">
              <a:srgbClr val="1E4674"/>
            </a:gs>
            <a:gs pos="53000">
              <a:srgbClr val="3B8EED"/>
            </a:gs>
            <a:gs pos="100000">
              <a:srgbClr val="2E72C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1">
            <a:extLst>
              <a:ext uri="{FF2B5EF4-FFF2-40B4-BE49-F238E27FC236}">
                <a16:creationId xmlns:a16="http://schemas.microsoft.com/office/drawing/2014/main" id="{1C43E1F4-A494-4DE3-96FD-0AAEC2004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104" y="2521762"/>
            <a:ext cx="10515600" cy="987999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DFF40B7D-655A-4475-AC5D-BF7EC07AA5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5104" y="3541857"/>
            <a:ext cx="5600700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EED19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D24B2-4A1F-44B6-99FC-56EC2DF654F3}"/>
              </a:ext>
            </a:extLst>
          </p:cNvPr>
          <p:cNvSpPr txBox="1"/>
          <p:nvPr userDrawn="1"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Google Shape;21;p36">
            <a:extLst>
              <a:ext uri="{FF2B5EF4-FFF2-40B4-BE49-F238E27FC236}">
                <a16:creationId xmlns:a16="http://schemas.microsoft.com/office/drawing/2014/main" id="{4905F4B2-2FA9-6AEE-4B92-00E90E6324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79896" y="590718"/>
            <a:ext cx="905174" cy="1174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;p36">
            <a:extLst>
              <a:ext uri="{FF2B5EF4-FFF2-40B4-BE49-F238E27FC236}">
                <a16:creationId xmlns:a16="http://schemas.microsoft.com/office/drawing/2014/main" id="{448D0D2E-A383-CAD0-2D57-7E86CFA4872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355164" y="903366"/>
            <a:ext cx="2319352" cy="549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063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3DD74-A1B0-7D4A-A989-16C0B8688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i="0" kern="1200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AE461-2428-3442-916B-AC23A2F4A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42554-CFEA-6143-BA02-E267884E6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C795B5-14D3-B44E-B385-9D113F7F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E54CDD-9667-D44F-B1C0-9496D651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Espaço Reservado para Número de Slide 1">
            <a:extLst>
              <a:ext uri="{FF2B5EF4-FFF2-40B4-BE49-F238E27FC236}">
                <a16:creationId xmlns:a16="http://schemas.microsoft.com/office/drawing/2014/main" id="{E61A30D3-7B5A-7A4D-9DE9-227F96D4A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2886" y="6343948"/>
            <a:ext cx="503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1C467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58C5D15-A46C-F84F-9B63-F63674EE4572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Google Shape;25;p37">
            <a:extLst>
              <a:ext uri="{FF2B5EF4-FFF2-40B4-BE49-F238E27FC236}">
                <a16:creationId xmlns:a16="http://schemas.microsoft.com/office/drawing/2014/main" id="{DF5117F0-875B-9D8A-4130-CA3C1DBB7F9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665493" y="93874"/>
            <a:ext cx="426181" cy="54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6;p37">
            <a:extLst>
              <a:ext uri="{FF2B5EF4-FFF2-40B4-BE49-F238E27FC236}">
                <a16:creationId xmlns:a16="http://schemas.microsoft.com/office/drawing/2014/main" id="{91F0783C-E243-9E2C-B6CF-C60D5165B0A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417372" y="231876"/>
            <a:ext cx="1044000" cy="265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98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DD20D3B-8FF5-4870-900C-C982D84E0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-1"/>
            <a:ext cx="12192000" cy="103432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9D5CC67-004F-4B13-AE37-41440E83CD4E}"/>
              </a:ext>
            </a:extLst>
          </p:cNvPr>
          <p:cNvSpPr/>
          <p:nvPr userDrawn="1"/>
        </p:nvSpPr>
        <p:spPr>
          <a:xfrm>
            <a:off x="1" y="-1"/>
            <a:ext cx="12191998" cy="1034321"/>
          </a:xfrm>
          <a:prstGeom prst="rect">
            <a:avLst/>
          </a:prstGeom>
          <a:solidFill>
            <a:srgbClr val="3D94F8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048B12-001C-4EEF-A2CA-85187782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6766"/>
            <a:ext cx="11709918" cy="1034321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5" name="Google Shape;21;p36">
            <a:extLst>
              <a:ext uri="{FF2B5EF4-FFF2-40B4-BE49-F238E27FC236}">
                <a16:creationId xmlns:a16="http://schemas.microsoft.com/office/drawing/2014/main" id="{E23395A7-092B-E933-2A1D-5EE944F8D973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1685574" y="296996"/>
            <a:ext cx="360000" cy="45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;p36">
            <a:extLst>
              <a:ext uri="{FF2B5EF4-FFF2-40B4-BE49-F238E27FC236}">
                <a16:creationId xmlns:a16="http://schemas.microsoft.com/office/drawing/2014/main" id="{DED5D34B-A776-6256-39D0-C449CAEC706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38878" y="411006"/>
            <a:ext cx="972000" cy="212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320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 Slide" preserve="1">
  <p:cSld name="Total Branco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82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82400" y="60240"/>
            <a:ext cx="479528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9960" y="164471"/>
            <a:ext cx="1044000" cy="26577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350740" y="60240"/>
            <a:ext cx="11442910" cy="80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74C1"/>
              </a:buClr>
              <a:buSzPts val="4400"/>
              <a:buFont typeface="Calibri"/>
              <a:buNone/>
              <a:defRPr b="1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9" name="Google Shape;239;p26"/>
          <p:cNvSpPr txBox="1">
            <a:spLocks noGrp="1"/>
          </p:cNvSpPr>
          <p:nvPr>
            <p:ph type="body" idx="1"/>
          </p:nvPr>
        </p:nvSpPr>
        <p:spPr>
          <a:xfrm>
            <a:off x="368090" y="1447799"/>
            <a:ext cx="11442910" cy="524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1535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drão texto">
  <p:cSld name="1_Padrão text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>
            <a:spLocks noGrp="1"/>
          </p:cNvSpPr>
          <p:nvPr>
            <p:ph type="title"/>
          </p:nvPr>
        </p:nvSpPr>
        <p:spPr>
          <a:xfrm>
            <a:off x="517281" y="446856"/>
            <a:ext cx="11157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>
            <a:spLocks noGrp="1"/>
          </p:cNvSpPr>
          <p:nvPr>
            <p:ph type="body" idx="1"/>
          </p:nvPr>
        </p:nvSpPr>
        <p:spPr>
          <a:xfrm>
            <a:off x="517281" y="1934307"/>
            <a:ext cx="11157196" cy="423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54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2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3040492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7471" y="2447784"/>
            <a:ext cx="1526003" cy="1943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51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dark blue" preserve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;p36">
            <a:extLst>
              <a:ext uri="{FF2B5EF4-FFF2-40B4-BE49-F238E27FC236}">
                <a16:creationId xmlns:a16="http://schemas.microsoft.com/office/drawing/2014/main" id="{965236A4-1379-20B5-A27C-97DDBA43C25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9313" y="2984700"/>
            <a:ext cx="8226211" cy="16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400" b="1" i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2pPr>
            <a:lvl3pPr marL="1371600" lvl="2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3pPr>
            <a:lvl4pPr marL="1828800" lvl="3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3" name="Google Shape;25;p50">
            <a:extLst>
              <a:ext uri="{FF2B5EF4-FFF2-40B4-BE49-F238E27FC236}">
                <a16:creationId xmlns:a16="http://schemas.microsoft.com/office/drawing/2014/main" id="{35530201-DC20-4F60-DB1A-E6729BA8B83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69313" y="710069"/>
            <a:ext cx="480000" cy="61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;p50">
            <a:extLst>
              <a:ext uri="{FF2B5EF4-FFF2-40B4-BE49-F238E27FC236}">
                <a16:creationId xmlns:a16="http://schemas.microsoft.com/office/drawing/2014/main" id="{66ADE0D8-564E-4E82-CADD-932FB3B1027F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745616" y="863112"/>
            <a:ext cx="1295400" cy="306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042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segurando, homem, mulher&#10;&#10;Descrição gerada automaticamente">
            <a:extLst>
              <a:ext uri="{FF2B5EF4-FFF2-40B4-BE49-F238E27FC236}">
                <a16:creationId xmlns:a16="http://schemas.microsoft.com/office/drawing/2014/main" id="{E2CBB1E8-109C-45E4-AAA5-71FFDAAB5B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05" y="-11297"/>
            <a:ext cx="12192904" cy="68692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78E790E-8815-40FC-A421-D9C9D6959BA5}"/>
              </a:ext>
            </a:extLst>
          </p:cNvPr>
          <p:cNvSpPr/>
          <p:nvPr/>
        </p:nvSpPr>
        <p:spPr>
          <a:xfrm>
            <a:off x="1" y="-23400"/>
            <a:ext cx="12192904" cy="6869297"/>
          </a:xfrm>
          <a:prstGeom prst="rect">
            <a:avLst/>
          </a:prstGeom>
          <a:gradFill flip="none" rotWithShape="1">
            <a:gsLst>
              <a:gs pos="83000">
                <a:srgbClr val="1D4674"/>
              </a:gs>
              <a:gs pos="17000">
                <a:srgbClr val="0489E9">
                  <a:alpha val="45000"/>
                </a:srgbClr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0AC744-8F7C-492F-9A2D-A3EF842638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6907" y="796283"/>
            <a:ext cx="397329" cy="2293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9D279EF-43BA-4D49-B659-C4AD34A74A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4" y="775585"/>
            <a:ext cx="397329" cy="2293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2D9E65-122C-4BBD-A941-CDF8CA5A8CB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6906" y="2229726"/>
            <a:ext cx="397329" cy="2293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2D31C38-ED3B-4B7A-B679-3F6F494AD9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28393" y="2229726"/>
            <a:ext cx="397329" cy="2293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0576EC-85C0-41E9-BE31-790BF20396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920087" y="2229727"/>
            <a:ext cx="397329" cy="2293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B42E3A-2635-4B7C-B8ED-136727736B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770491" y="3689585"/>
            <a:ext cx="397329" cy="22938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480C574-E19F-4FA4-A02C-11758E714B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918343" y="3689585"/>
            <a:ext cx="397329" cy="22938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6B8C9CC-7290-4127-B738-50039287A5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66195" y="3689585"/>
            <a:ext cx="397329" cy="22938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42FB1A-A83A-4552-8E7D-4DF8F8811E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1" y="5101432"/>
            <a:ext cx="397329" cy="22938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54B852E-8C2E-4985-A4F3-22B823D7342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3970" y="6500376"/>
            <a:ext cx="397329" cy="22938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6E7E039-AB6A-48D0-A60E-58579E975E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42700" y="6506909"/>
            <a:ext cx="397329" cy="22938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7B62D99-2757-441E-9006-29701895BA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28394" y="6512423"/>
            <a:ext cx="397329" cy="22938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2F1E19F-8087-4EAE-9D7A-0FD964FF9A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770491" y="6513519"/>
            <a:ext cx="397329" cy="22938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1FE3557-83A1-4934-B2D1-0CD6D9A7E4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671169" y="6524764"/>
            <a:ext cx="397329" cy="22938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62628F9-6E61-4989-9053-FBD91C8902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334973" y="6526660"/>
            <a:ext cx="397329" cy="22938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846614E0-2D0E-4D7B-AF30-FA9E5B567A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43904" y="6526659"/>
            <a:ext cx="397329" cy="2293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7DCAE82-A261-4DA4-A4FD-FADEACEA82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707600" y="5101431"/>
            <a:ext cx="397329" cy="22938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9B12F55-CE21-4072-8FD0-7C8239AD2B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95798" y="5101431"/>
            <a:ext cx="397329" cy="22938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8423EDE-4D30-4C67-8AC4-A76D93798E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42700" y="4398888"/>
            <a:ext cx="397329" cy="22938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C6C08304-D63B-4A2C-AC3C-DA837CD557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739223" y="4398888"/>
            <a:ext cx="397329" cy="229386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0EBCF48-BC29-4430-8BF0-0B83697535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70492" y="2933555"/>
            <a:ext cx="397329" cy="22938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BD94D56-03CC-4261-8D4A-CD2C5030B6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6292" y="2933555"/>
            <a:ext cx="397329" cy="22938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E00F601-47E3-48C9-B6BF-46970C843E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0908" y="1484995"/>
            <a:ext cx="397329" cy="229386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0A78E5C-AD37-401D-8DEA-88296C7BFC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42701" y="1484996"/>
            <a:ext cx="397329" cy="229386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04F836A-F860-4178-9620-6E1AE0EDA8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0527" y="5842294"/>
            <a:ext cx="397329" cy="229386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6F467A5-DA5D-4BC7-8D2A-16FB893AED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85086" y="5839561"/>
            <a:ext cx="397329" cy="229386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9BA8A0D-EEB6-4095-BE0F-051407B4E4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26567" y="2902779"/>
            <a:ext cx="397329" cy="229386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238E536-4CF5-41E4-9A65-5B2C469782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320522" y="5839561"/>
            <a:ext cx="397329" cy="22938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6D82D515-5DD9-41D1-8F5B-33D8C9EB2F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47539" y="5839561"/>
            <a:ext cx="397329" cy="22938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3A9132B5-715C-4D94-A05E-56989339D0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180553" y="5839561"/>
            <a:ext cx="397329" cy="229386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7BD36BA-847B-4B1D-8B7D-0D66963F96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29044" y="5839561"/>
            <a:ext cx="397329" cy="229386"/>
          </a:xfrm>
          <a:prstGeom prst="rect">
            <a:avLst/>
          </a:prstGeom>
        </p:spPr>
      </p:pic>
      <p:pic>
        <p:nvPicPr>
          <p:cNvPr id="2" name="Google Shape;25;p50">
            <a:extLst>
              <a:ext uri="{FF2B5EF4-FFF2-40B4-BE49-F238E27FC236}">
                <a16:creationId xmlns:a16="http://schemas.microsoft.com/office/drawing/2014/main" id="{F1E1E70E-8F9E-01DD-2356-F76A421849A8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104897" y="682359"/>
            <a:ext cx="480000" cy="61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6;p50">
            <a:extLst>
              <a:ext uri="{FF2B5EF4-FFF2-40B4-BE49-F238E27FC236}">
                <a16:creationId xmlns:a16="http://schemas.microsoft.com/office/drawing/2014/main" id="{D113D5B9-2784-8999-328F-E9C7CE0BF8D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981200" y="835402"/>
            <a:ext cx="1295400" cy="306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054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ó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24">
            <a:extLst>
              <a:ext uri="{FF2B5EF4-FFF2-40B4-BE49-F238E27FC236}">
                <a16:creationId xmlns:a16="http://schemas.microsoft.com/office/drawing/2014/main" id="{39F90E9E-D1B5-4DB7-BDD3-8542DE724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604" y="34758"/>
            <a:ext cx="11672596" cy="780731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388574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78066-60DD-EF42-89F6-D75393DEA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025" y="80777"/>
            <a:ext cx="11368468" cy="833755"/>
          </a:xfrm>
          <a:prstGeom prst="rect">
            <a:avLst/>
          </a:prstGeom>
        </p:spPr>
        <p:txBody>
          <a:bodyPr anchor="ctr"/>
          <a:lstStyle>
            <a:lvl1pPr algn="l">
              <a:defRPr lang="en-US" b="1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/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FC261-7A84-3242-B63E-08B00565B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5" y="1138336"/>
            <a:ext cx="11368468" cy="505729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573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ó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9EFB48-8EAC-45E2-9533-6154A3520095}"/>
              </a:ext>
            </a:extLst>
          </p:cNvPr>
          <p:cNvSpPr/>
          <p:nvPr/>
        </p:nvSpPr>
        <p:spPr>
          <a:xfrm flipH="1">
            <a:off x="-2" y="-14287"/>
            <a:ext cx="4687911" cy="6858000"/>
          </a:xfrm>
          <a:prstGeom prst="rect">
            <a:avLst/>
          </a:prstGeom>
          <a:solidFill>
            <a:srgbClr val="2D6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1">
            <a:extLst>
              <a:ext uri="{FF2B5EF4-FFF2-40B4-BE49-F238E27FC236}">
                <a16:creationId xmlns:a16="http://schemas.microsoft.com/office/drawing/2014/main" id="{DE3229FF-4252-4753-BCAA-170FEACD2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540" y="1555477"/>
            <a:ext cx="4314423" cy="987999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7" name="Espaço Reservado para Texto 14">
            <a:extLst>
              <a:ext uri="{FF2B5EF4-FFF2-40B4-BE49-F238E27FC236}">
                <a16:creationId xmlns:a16="http://schemas.microsoft.com/office/drawing/2014/main" id="{7F17880D-1A9F-4352-A5A6-5DAA827D87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540" y="3125078"/>
            <a:ext cx="4314423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EED198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116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Padrão do plano de fundo&#10;&#10;Descrição gerada automaticamente">
            <a:extLst>
              <a:ext uri="{FF2B5EF4-FFF2-40B4-BE49-F238E27FC236}">
                <a16:creationId xmlns:a16="http://schemas.microsoft.com/office/drawing/2014/main" id="{2824F262-4FD4-4CA8-A0B5-A82D6BCB1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8"/>
            <a:ext cx="12192000" cy="6858000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A51A97D1-C9C2-CD45-8443-B26CD6C40AF8}"/>
              </a:ext>
            </a:extLst>
          </p:cNvPr>
          <p:cNvSpPr txBox="1"/>
          <p:nvPr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ítulo 11">
            <a:extLst>
              <a:ext uri="{FF2B5EF4-FFF2-40B4-BE49-F238E27FC236}">
                <a16:creationId xmlns:a16="http://schemas.microsoft.com/office/drawing/2014/main" id="{CE3059A6-9BFE-ECEC-05A2-98374EE32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104" y="2521762"/>
            <a:ext cx="10515600" cy="987999"/>
          </a:xfrm>
          <a:prstGeom prst="rect">
            <a:avLst/>
          </a:prstGeom>
        </p:spPr>
        <p:txBody>
          <a:bodyPr/>
          <a:lstStyle>
            <a:lvl1pPr>
              <a:defRPr sz="5400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14">
            <a:extLst>
              <a:ext uri="{FF2B5EF4-FFF2-40B4-BE49-F238E27FC236}">
                <a16:creationId xmlns:a16="http://schemas.microsoft.com/office/drawing/2014/main" id="{8568A106-9D41-255E-9FA3-B9F0F465D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5104" y="3541857"/>
            <a:ext cx="5600700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accent5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076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 2">
    <p:bg>
      <p:bgPr>
        <a:gradFill>
          <a:gsLst>
            <a:gs pos="0">
              <a:srgbClr val="1E4674"/>
            </a:gs>
            <a:gs pos="53000">
              <a:srgbClr val="3B8EED"/>
            </a:gs>
            <a:gs pos="100000">
              <a:srgbClr val="2E72C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1">
            <a:extLst>
              <a:ext uri="{FF2B5EF4-FFF2-40B4-BE49-F238E27FC236}">
                <a16:creationId xmlns:a16="http://schemas.microsoft.com/office/drawing/2014/main" id="{1C43E1F4-A494-4DE3-96FD-0AAEC2004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104" y="2521762"/>
            <a:ext cx="10515600" cy="987999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DFF40B7D-655A-4475-AC5D-BF7EC07AA5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5104" y="3541857"/>
            <a:ext cx="5600700" cy="607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EED19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Subtitulo</a:t>
            </a:r>
            <a:endParaRPr lang="pt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D24B2-4A1F-44B6-99FC-56EC2DF654F3}"/>
              </a:ext>
            </a:extLst>
          </p:cNvPr>
          <p:cNvSpPr txBox="1"/>
          <p:nvPr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Google Shape;25;p50">
            <a:extLst>
              <a:ext uri="{FF2B5EF4-FFF2-40B4-BE49-F238E27FC236}">
                <a16:creationId xmlns:a16="http://schemas.microsoft.com/office/drawing/2014/main" id="{F9C961CA-926A-AE3B-9F34-E6E84FF9D23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75104" y="608468"/>
            <a:ext cx="480000" cy="61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;p50">
            <a:extLst>
              <a:ext uri="{FF2B5EF4-FFF2-40B4-BE49-F238E27FC236}">
                <a16:creationId xmlns:a16="http://schemas.microsoft.com/office/drawing/2014/main" id="{3A7CB56E-0B8D-6FAD-A691-B8E5C95E697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451407" y="761511"/>
            <a:ext cx="1295400" cy="306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189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3DD74-A1B0-7D4A-A989-16C0B8688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i="0" kern="1200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AE461-2428-3442-916B-AC23A2F4A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42554-CFEA-6143-BA02-E267884E6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C795B5-14D3-B44E-B385-9D113F7F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0E5E2E-D2D3-4372-98EA-3BEE770CA040}" type="datetimeFigureOut">
              <a:rPr lang="pt-BR" smtClean="0"/>
              <a:t>17/07/2025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E54CDD-9667-D44F-B1C0-9496D651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1">
            <a:extLst>
              <a:ext uri="{FF2B5EF4-FFF2-40B4-BE49-F238E27FC236}">
                <a16:creationId xmlns:a16="http://schemas.microsoft.com/office/drawing/2014/main" id="{E61A30D3-7B5A-7A4D-9DE9-227F96D4A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2886" y="6343948"/>
            <a:ext cx="503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1C467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5F15D58-458A-4ED6-8416-2CD4944571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354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DD20D3B-8FF5-4870-900C-C982D84E05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-1"/>
            <a:ext cx="12192000" cy="103432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9D5CC67-004F-4B13-AE37-41440E83CD4E}"/>
              </a:ext>
            </a:extLst>
          </p:cNvPr>
          <p:cNvSpPr/>
          <p:nvPr/>
        </p:nvSpPr>
        <p:spPr>
          <a:xfrm>
            <a:off x="1" y="-9332"/>
            <a:ext cx="12191998" cy="1034321"/>
          </a:xfrm>
          <a:prstGeom prst="rect">
            <a:avLst/>
          </a:prstGeom>
          <a:solidFill>
            <a:srgbClr val="3D94F8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048B12-001C-4EEF-A2CA-85187782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6766"/>
            <a:ext cx="11709918" cy="1034321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0513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 Slide" preserve="1">
  <p:cSld name="Default Slid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8477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350740" y="60240"/>
            <a:ext cx="11442910" cy="80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74C1"/>
              </a:buClr>
              <a:buSzPts val="4400"/>
              <a:buFont typeface="Calibri"/>
              <a:buNone/>
              <a:defRPr b="1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239" name="Google Shape;239;p26"/>
          <p:cNvSpPr txBox="1">
            <a:spLocks noGrp="1"/>
          </p:cNvSpPr>
          <p:nvPr>
            <p:ph type="body" idx="1"/>
          </p:nvPr>
        </p:nvSpPr>
        <p:spPr>
          <a:xfrm>
            <a:off x="368090" y="1447799"/>
            <a:ext cx="11442910" cy="524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5208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ECBE4-1815-8B8C-A427-F9215091D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87179-EB11-64FB-8DB5-5BBD12E84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1A47EA-5C62-E239-CE43-D10C3360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F902C9-480F-5D1F-B199-084E0698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BE71F-E2DB-FC77-03C5-2677848E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5D58-458A-4ED6-8416-2CD4944571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731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177531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5D9E3E-9C0B-D74B-B66E-CEE78324F6C5}"/>
              </a:ext>
            </a:extLst>
          </p:cNvPr>
          <p:cNvSpPr/>
          <p:nvPr userDrawn="1"/>
        </p:nvSpPr>
        <p:spPr>
          <a:xfrm>
            <a:off x="0" y="6734884"/>
            <a:ext cx="12192000" cy="123116"/>
          </a:xfrm>
          <a:prstGeom prst="rect">
            <a:avLst/>
          </a:prstGeom>
          <a:gradFill>
            <a:gsLst>
              <a:gs pos="0">
                <a:srgbClr val="1C4675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EF07C8F-10AB-46AB-94D5-D4F2328D2B24}"/>
              </a:ext>
            </a:extLst>
          </p:cNvPr>
          <p:cNvSpPr txBox="1"/>
          <p:nvPr userDrawn="1"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7AB2154-EF85-44DB-B9FD-65F2862ACB6E}"/>
              </a:ext>
            </a:extLst>
          </p:cNvPr>
          <p:cNvSpPr/>
          <p:nvPr userDrawn="1"/>
        </p:nvSpPr>
        <p:spPr>
          <a:xfrm>
            <a:off x="12321240" y="-17043"/>
            <a:ext cx="700057" cy="658906"/>
          </a:xfrm>
          <a:prstGeom prst="rect">
            <a:avLst/>
          </a:prstGeom>
          <a:solidFill>
            <a:srgbClr val="1D4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46BF97F-E7A2-4650-B034-5BD588F75D70}"/>
              </a:ext>
            </a:extLst>
          </p:cNvPr>
          <p:cNvSpPr/>
          <p:nvPr userDrawn="1"/>
        </p:nvSpPr>
        <p:spPr>
          <a:xfrm>
            <a:off x="12321240" y="812017"/>
            <a:ext cx="700057" cy="658906"/>
          </a:xfrm>
          <a:prstGeom prst="rect">
            <a:avLst/>
          </a:prstGeom>
          <a:solidFill>
            <a:srgbClr val="3074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AEC1286-67B9-4D88-8CE5-27D2999C2864}"/>
              </a:ext>
            </a:extLst>
          </p:cNvPr>
          <p:cNvSpPr/>
          <p:nvPr userDrawn="1"/>
        </p:nvSpPr>
        <p:spPr>
          <a:xfrm>
            <a:off x="12321239" y="1627824"/>
            <a:ext cx="700057" cy="658906"/>
          </a:xfrm>
          <a:prstGeom prst="rect">
            <a:avLst/>
          </a:prstGeom>
          <a:solidFill>
            <a:srgbClr val="88B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A1E2B17-ED24-4EFD-903F-829F78185F64}"/>
              </a:ext>
            </a:extLst>
          </p:cNvPr>
          <p:cNvSpPr/>
          <p:nvPr userDrawn="1"/>
        </p:nvSpPr>
        <p:spPr>
          <a:xfrm>
            <a:off x="12321240" y="2439130"/>
            <a:ext cx="700057" cy="658906"/>
          </a:xfrm>
          <a:prstGeom prst="rect">
            <a:avLst/>
          </a:prstGeom>
          <a:solidFill>
            <a:srgbClr val="3D9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92C9C15-6724-4F71-A2D0-3D8145D2BDC2}"/>
              </a:ext>
            </a:extLst>
          </p:cNvPr>
          <p:cNvSpPr/>
          <p:nvPr userDrawn="1"/>
        </p:nvSpPr>
        <p:spPr>
          <a:xfrm>
            <a:off x="12321240" y="3235768"/>
            <a:ext cx="700057" cy="658906"/>
          </a:xfrm>
          <a:prstGeom prst="rect">
            <a:avLst/>
          </a:prstGeom>
          <a:solidFill>
            <a:srgbClr val="F1D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FABFFDA-8BDF-4BB1-AA39-A13BF017CBE7}"/>
              </a:ext>
            </a:extLst>
          </p:cNvPr>
          <p:cNvSpPr/>
          <p:nvPr userDrawn="1"/>
        </p:nvSpPr>
        <p:spPr>
          <a:xfrm>
            <a:off x="12321240" y="4032406"/>
            <a:ext cx="700057" cy="658906"/>
          </a:xfrm>
          <a:prstGeom prst="rect">
            <a:avLst/>
          </a:prstGeom>
          <a:solidFill>
            <a:srgbClr val="646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98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73" r:id="rId2"/>
    <p:sldLayoutId id="2147483665" r:id="rId3"/>
    <p:sldLayoutId id="2147483666" r:id="rId4"/>
    <p:sldLayoutId id="2147483675" r:id="rId5"/>
    <p:sldLayoutId id="2147483667" r:id="rId6"/>
    <p:sldLayoutId id="2147483668" r:id="rId7"/>
    <p:sldLayoutId id="2147483682" r:id="rId8"/>
    <p:sldLayoutId id="2147483683" r:id="rId9"/>
    <p:sldLayoutId id="2147483708" r:id="rId10"/>
    <p:sldLayoutId id="2147483707" r:id="rId11"/>
    <p:sldLayoutId id="2147483710" r:id="rId12"/>
    <p:sldLayoutId id="2147483722" r:id="rId13"/>
    <p:sldLayoutId id="2147483737" r:id="rId14"/>
    <p:sldLayoutId id="2147483739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5D9E3E-9C0B-D74B-B66E-CEE78324F6C5}"/>
              </a:ext>
            </a:extLst>
          </p:cNvPr>
          <p:cNvSpPr/>
          <p:nvPr/>
        </p:nvSpPr>
        <p:spPr>
          <a:xfrm>
            <a:off x="0" y="6734884"/>
            <a:ext cx="12192000" cy="123116"/>
          </a:xfrm>
          <a:prstGeom prst="rect">
            <a:avLst/>
          </a:prstGeom>
          <a:gradFill>
            <a:gsLst>
              <a:gs pos="0">
                <a:srgbClr val="1C4675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EF07C8F-10AB-46AB-94D5-D4F2328D2B24}"/>
              </a:ext>
            </a:extLst>
          </p:cNvPr>
          <p:cNvSpPr txBox="1"/>
          <p:nvPr/>
        </p:nvSpPr>
        <p:spPr>
          <a:xfrm>
            <a:off x="11522456" y="6437366"/>
            <a:ext cx="436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695D76F-A520-4B80-B358-B442353701E2}" type="slidenum">
              <a:rPr lang="pt-BR" sz="120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‹nº›</a:t>
            </a:fld>
            <a:endParaRPr lang="pt-BR" sz="1200" noProof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7AB2154-EF85-44DB-B9FD-65F2862ACB6E}"/>
              </a:ext>
            </a:extLst>
          </p:cNvPr>
          <p:cNvSpPr/>
          <p:nvPr/>
        </p:nvSpPr>
        <p:spPr>
          <a:xfrm>
            <a:off x="12321240" y="-17043"/>
            <a:ext cx="700057" cy="658906"/>
          </a:xfrm>
          <a:prstGeom prst="rect">
            <a:avLst/>
          </a:prstGeom>
          <a:solidFill>
            <a:srgbClr val="1D4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46BF97F-E7A2-4650-B034-5BD588F75D70}"/>
              </a:ext>
            </a:extLst>
          </p:cNvPr>
          <p:cNvSpPr/>
          <p:nvPr/>
        </p:nvSpPr>
        <p:spPr>
          <a:xfrm>
            <a:off x="12321240" y="812017"/>
            <a:ext cx="700057" cy="658906"/>
          </a:xfrm>
          <a:prstGeom prst="rect">
            <a:avLst/>
          </a:prstGeom>
          <a:solidFill>
            <a:srgbClr val="3074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AEC1286-67B9-4D88-8CE5-27D2999C2864}"/>
              </a:ext>
            </a:extLst>
          </p:cNvPr>
          <p:cNvSpPr/>
          <p:nvPr/>
        </p:nvSpPr>
        <p:spPr>
          <a:xfrm>
            <a:off x="12321239" y="1627824"/>
            <a:ext cx="700057" cy="658906"/>
          </a:xfrm>
          <a:prstGeom prst="rect">
            <a:avLst/>
          </a:prstGeom>
          <a:solidFill>
            <a:srgbClr val="88B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A1E2B17-ED24-4EFD-903F-829F78185F64}"/>
              </a:ext>
            </a:extLst>
          </p:cNvPr>
          <p:cNvSpPr/>
          <p:nvPr/>
        </p:nvSpPr>
        <p:spPr>
          <a:xfrm>
            <a:off x="12321240" y="2439130"/>
            <a:ext cx="700057" cy="658906"/>
          </a:xfrm>
          <a:prstGeom prst="rect">
            <a:avLst/>
          </a:prstGeom>
          <a:solidFill>
            <a:srgbClr val="3D9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92C9C15-6724-4F71-A2D0-3D8145D2BDC2}"/>
              </a:ext>
            </a:extLst>
          </p:cNvPr>
          <p:cNvSpPr/>
          <p:nvPr/>
        </p:nvSpPr>
        <p:spPr>
          <a:xfrm>
            <a:off x="12321240" y="3235768"/>
            <a:ext cx="700057" cy="658906"/>
          </a:xfrm>
          <a:prstGeom prst="rect">
            <a:avLst/>
          </a:prstGeom>
          <a:solidFill>
            <a:srgbClr val="F1D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FABFFDA-8BDF-4BB1-AA39-A13BF017CBE7}"/>
              </a:ext>
            </a:extLst>
          </p:cNvPr>
          <p:cNvSpPr/>
          <p:nvPr/>
        </p:nvSpPr>
        <p:spPr>
          <a:xfrm>
            <a:off x="12321240" y="4032406"/>
            <a:ext cx="700057" cy="658906"/>
          </a:xfrm>
          <a:prstGeom prst="rect">
            <a:avLst/>
          </a:prstGeom>
          <a:solidFill>
            <a:srgbClr val="646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16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b="1" i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Light"/>
              </a:rPr>
              <a:t>Projeto Migração Tasy Evolution</a:t>
            </a:r>
          </a:p>
          <a:p>
            <a:pPr lvl="0">
              <a:buClr>
                <a:srgbClr val="FFFFFF"/>
              </a:buClr>
              <a:buSzPts val="4800"/>
            </a:pPr>
            <a:r>
              <a:rPr lang="pt-BR" b="1" i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Light"/>
              </a:rPr>
              <a:t>Botelho </a:t>
            </a:r>
            <a:r>
              <a:rPr lang="pt-BR" b="1" i="1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Light"/>
              </a:rPr>
              <a:t>Oftalmoclínica</a:t>
            </a:r>
            <a:r>
              <a:rPr lang="pt-BR" b="1" i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Light"/>
              </a:rPr>
              <a:t> </a:t>
            </a:r>
          </a:p>
        </p:txBody>
      </p:sp>
      <p:pic>
        <p:nvPicPr>
          <p:cNvPr id="6" name="Picture 8" descr="Botelho Hospital da Visão - Amo Assistência">
            <a:extLst>
              <a:ext uri="{FF2B5EF4-FFF2-40B4-BE49-F238E27FC236}">
                <a16:creationId xmlns:a16="http://schemas.microsoft.com/office/drawing/2014/main" id="{82820861-ABE6-367C-D721-54677411D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631" y="1488730"/>
            <a:ext cx="2407186" cy="240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21C-8843-CA15-F4B3-05E258BC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6C3BF-99A1-3405-45B3-8C85992984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F495F-E89D-C9B0-3B9D-8ADD96B68C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7CD37-B34E-4B04-6C82-3D951671B0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747B1-6001-25F5-4F14-34A24207A3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/>
              <a:t>Overview do Projeto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  <p:pic>
        <p:nvPicPr>
          <p:cNvPr id="2050" name="Picture 2" descr="Clínica Botelho - Hospital da Visão">
            <a:extLst>
              <a:ext uri="{FF2B5EF4-FFF2-40B4-BE49-F238E27FC236}">
                <a16:creationId xmlns:a16="http://schemas.microsoft.com/office/drawing/2014/main" id="{17587AC6-6EEF-2CC3-17BC-6803DF103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850" y="1851837"/>
            <a:ext cx="5525906" cy="315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49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/>
          <p:nvPr/>
        </p:nvSpPr>
        <p:spPr>
          <a:xfrm>
            <a:off x="139148" y="6162262"/>
            <a:ext cx="1608970" cy="5596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8" descr="Philips: Melhorando vidas por meio de inovações significativas | PT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7918" y="1199593"/>
            <a:ext cx="1792875" cy="228839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8"/>
          <p:cNvSpPr txBox="1"/>
          <p:nvPr/>
        </p:nvSpPr>
        <p:spPr>
          <a:xfrm>
            <a:off x="2202495" y="4199353"/>
            <a:ext cx="7586042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75"/>
              </a:buClr>
              <a:buSzPts val="3200"/>
              <a:buFont typeface="Roboto"/>
              <a:buNone/>
              <a:tabLst/>
              <a:defRPr/>
            </a:pP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1D467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Parceria Tasy Evolution: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75"/>
              </a:buClr>
              <a:buSzPts val="3200"/>
              <a:buFont typeface="Roboto"/>
              <a:buNone/>
              <a:tabLst/>
              <a:defRPr/>
            </a:pP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1D467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um projeto de </a:t>
            </a: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3D93F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Transformação Digital</a:t>
            </a: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1D467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Picture 8" descr="Botelho Hospital da Visão - Amo Assistência">
            <a:extLst>
              <a:ext uri="{FF2B5EF4-FFF2-40B4-BE49-F238E27FC236}">
                <a16:creationId xmlns:a16="http://schemas.microsoft.com/office/drawing/2014/main" id="{5C02A834-9B7A-46FC-D183-918518E9B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98" y="769548"/>
            <a:ext cx="3148484" cy="314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0EB5D68-1586-4443-BDF0-C2CD522E3114}"/>
              </a:ext>
            </a:extLst>
          </p:cNvPr>
          <p:cNvSpPr txBox="1"/>
          <p:nvPr/>
        </p:nvSpPr>
        <p:spPr>
          <a:xfrm>
            <a:off x="187065" y="209058"/>
            <a:ext cx="10884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Componentes da Transformação Digital no </a:t>
            </a:r>
            <a:r>
              <a:rPr lang="pt-BR" sz="3600" b="1" dirty="0" err="1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Tasy</a:t>
            </a:r>
            <a:r>
              <a:rPr lang="pt-BR" sz="3600" b="1" dirty="0">
                <a:solidFill>
                  <a:schemeClr val="accent4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Evolution</a:t>
            </a:r>
            <a:endParaRPr lang="en-US" sz="3600" b="1" dirty="0">
              <a:solidFill>
                <a:schemeClr val="accent4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FCC7E76-327A-D35E-6756-989DC06A1947}"/>
              </a:ext>
            </a:extLst>
          </p:cNvPr>
          <p:cNvGrpSpPr/>
          <p:nvPr/>
        </p:nvGrpSpPr>
        <p:grpSpPr>
          <a:xfrm>
            <a:off x="1797749" y="1049819"/>
            <a:ext cx="2622953" cy="5263307"/>
            <a:chOff x="277421" y="1402359"/>
            <a:chExt cx="2622953" cy="52633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8ECC4B6-F138-A048-96D2-077D890ACDB9}"/>
                </a:ext>
              </a:extLst>
            </p:cNvPr>
            <p:cNvSpPr/>
            <p:nvPr/>
          </p:nvSpPr>
          <p:spPr>
            <a:xfrm>
              <a:off x="277422" y="1974945"/>
              <a:ext cx="2622952" cy="4690721"/>
            </a:xfrm>
            <a:prstGeom prst="rect">
              <a:avLst/>
            </a:prstGeom>
            <a:solidFill>
              <a:srgbClr val="F9F9F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2">
                    <a:lumMod val="9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57FBB2-1DE7-ED4E-A603-4BFDCB221D36}"/>
                </a:ext>
              </a:extLst>
            </p:cNvPr>
            <p:cNvSpPr/>
            <p:nvPr/>
          </p:nvSpPr>
          <p:spPr>
            <a:xfrm>
              <a:off x="277422" y="1974944"/>
              <a:ext cx="2622952" cy="720090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2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2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40E4245-7021-1648-922F-A730A7DF4B76}"/>
                </a:ext>
              </a:extLst>
            </p:cNvPr>
            <p:cNvSpPr/>
            <p:nvPr/>
          </p:nvSpPr>
          <p:spPr>
            <a:xfrm>
              <a:off x="969495" y="1402359"/>
              <a:ext cx="1226220" cy="122622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3D5784-8290-BB47-9E70-506E89E9C9EA}"/>
                </a:ext>
              </a:extLst>
            </p:cNvPr>
            <p:cNvSpPr txBox="1"/>
            <p:nvPr/>
          </p:nvSpPr>
          <p:spPr>
            <a:xfrm>
              <a:off x="277421" y="2772069"/>
              <a:ext cx="2610369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tx2">
                      <a:lumMod val="90000"/>
                      <a:lumOff val="10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Migração</a:t>
              </a:r>
              <a:endPara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4D98C3-C567-B93F-8FE2-4B9D3444606E}"/>
                </a:ext>
              </a:extLst>
            </p:cNvPr>
            <p:cNvSpPr/>
            <p:nvPr/>
          </p:nvSpPr>
          <p:spPr>
            <a:xfrm>
              <a:off x="878918" y="3261900"/>
              <a:ext cx="1419960" cy="137160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2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2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FE23F796-0D0A-2AA0-CB1F-736B2EE06B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1094" y="1628605"/>
              <a:ext cx="746103" cy="747060"/>
            </a:xfrm>
            <a:custGeom>
              <a:avLst/>
              <a:gdLst>
                <a:gd name="connsiteX0" fmla="*/ 509588 w 1145140"/>
                <a:gd name="connsiteY0" fmla="*/ 613568 h 1146608"/>
                <a:gd name="connsiteX1" fmla="*/ 525002 w 1145140"/>
                <a:gd name="connsiteY1" fmla="*/ 619969 h 1146608"/>
                <a:gd name="connsiteX2" fmla="*/ 531455 w 1145140"/>
                <a:gd name="connsiteY2" fmla="*/ 635615 h 1146608"/>
                <a:gd name="connsiteX3" fmla="*/ 525002 w 1145140"/>
                <a:gd name="connsiteY3" fmla="*/ 651262 h 1146608"/>
                <a:gd name="connsiteX4" fmla="*/ 509588 w 1145140"/>
                <a:gd name="connsiteY4" fmla="*/ 657663 h 1146608"/>
                <a:gd name="connsiteX5" fmla="*/ 493816 w 1145140"/>
                <a:gd name="connsiteY5" fmla="*/ 651262 h 1146608"/>
                <a:gd name="connsiteX6" fmla="*/ 487363 w 1145140"/>
                <a:gd name="connsiteY6" fmla="*/ 635615 h 1146608"/>
                <a:gd name="connsiteX7" fmla="*/ 493816 w 1145140"/>
                <a:gd name="connsiteY7" fmla="*/ 619969 h 1146608"/>
                <a:gd name="connsiteX8" fmla="*/ 509588 w 1145140"/>
                <a:gd name="connsiteY8" fmla="*/ 613568 h 1146608"/>
                <a:gd name="connsiteX9" fmla="*/ 511833 w 1145140"/>
                <a:gd name="connsiteY9" fmla="*/ 503279 h 1146608"/>
                <a:gd name="connsiteX10" fmla="*/ 382644 w 1145140"/>
                <a:gd name="connsiteY10" fmla="*/ 633188 h 1146608"/>
                <a:gd name="connsiteX11" fmla="*/ 511833 w 1145140"/>
                <a:gd name="connsiteY11" fmla="*/ 763096 h 1146608"/>
                <a:gd name="connsiteX12" fmla="*/ 641741 w 1145140"/>
                <a:gd name="connsiteY12" fmla="*/ 633188 h 1146608"/>
                <a:gd name="connsiteX13" fmla="*/ 617991 w 1145140"/>
                <a:gd name="connsiteY13" fmla="*/ 558697 h 1146608"/>
                <a:gd name="connsiteX14" fmla="*/ 578407 w 1145140"/>
                <a:gd name="connsiteY14" fmla="*/ 598281 h 1146608"/>
                <a:gd name="connsiteX15" fmla="*/ 562573 w 1145140"/>
                <a:gd name="connsiteY15" fmla="*/ 604759 h 1146608"/>
                <a:gd name="connsiteX16" fmla="*/ 546739 w 1145140"/>
                <a:gd name="connsiteY16" fmla="*/ 598281 h 1146608"/>
                <a:gd name="connsiteX17" fmla="*/ 546739 w 1145140"/>
                <a:gd name="connsiteY17" fmla="*/ 566614 h 1146608"/>
                <a:gd name="connsiteX18" fmla="*/ 586683 w 1145140"/>
                <a:gd name="connsiteY18" fmla="*/ 527030 h 1146608"/>
                <a:gd name="connsiteX19" fmla="*/ 511833 w 1145140"/>
                <a:gd name="connsiteY19" fmla="*/ 503279 h 1146608"/>
                <a:gd name="connsiteX20" fmla="*/ 310177 w 1145140"/>
                <a:gd name="connsiteY20" fmla="*/ 407770 h 1146608"/>
                <a:gd name="connsiteX21" fmla="*/ 325982 w 1145140"/>
                <a:gd name="connsiteY21" fmla="*/ 414264 h 1146608"/>
                <a:gd name="connsiteX22" fmla="*/ 325982 w 1145140"/>
                <a:gd name="connsiteY22" fmla="*/ 446014 h 1146608"/>
                <a:gd name="connsiteX23" fmla="*/ 325982 w 1145140"/>
                <a:gd name="connsiteY23" fmla="*/ 446375 h 1146608"/>
                <a:gd name="connsiteX24" fmla="*/ 310177 w 1145140"/>
                <a:gd name="connsiteY24" fmla="*/ 452869 h 1146608"/>
                <a:gd name="connsiteX25" fmla="*/ 294012 w 1145140"/>
                <a:gd name="connsiteY25" fmla="*/ 446375 h 1146608"/>
                <a:gd name="connsiteX26" fmla="*/ 294012 w 1145140"/>
                <a:gd name="connsiteY26" fmla="*/ 414625 h 1146608"/>
                <a:gd name="connsiteX27" fmla="*/ 294371 w 1145140"/>
                <a:gd name="connsiteY27" fmla="*/ 414264 h 1146608"/>
                <a:gd name="connsiteX28" fmla="*/ 310177 w 1145140"/>
                <a:gd name="connsiteY28" fmla="*/ 407770 h 1146608"/>
                <a:gd name="connsiteX29" fmla="*/ 999799 w 1145140"/>
                <a:gd name="connsiteY29" fmla="*/ 176890 h 1146608"/>
                <a:gd name="connsiteX30" fmla="*/ 877447 w 1145140"/>
                <a:gd name="connsiteY30" fmla="*/ 299241 h 1146608"/>
                <a:gd name="connsiteX31" fmla="*/ 814472 w 1145140"/>
                <a:gd name="connsiteY31" fmla="*/ 362216 h 1146608"/>
                <a:gd name="connsiteX32" fmla="*/ 950498 w 1145140"/>
                <a:gd name="connsiteY32" fmla="*/ 362216 h 1146608"/>
                <a:gd name="connsiteX33" fmla="*/ 1093001 w 1145140"/>
                <a:gd name="connsiteY33" fmla="*/ 219713 h 1146608"/>
                <a:gd name="connsiteX34" fmla="*/ 1098039 w 1145140"/>
                <a:gd name="connsiteY34" fmla="*/ 192364 h 1146608"/>
                <a:gd name="connsiteX35" fmla="*/ 1075368 w 1145140"/>
                <a:gd name="connsiteY35" fmla="*/ 176890 h 1146608"/>
                <a:gd name="connsiteX36" fmla="*/ 444862 w 1145140"/>
                <a:gd name="connsiteY36" fmla="*/ 121443 h 1146608"/>
                <a:gd name="connsiteX37" fmla="*/ 579942 w 1145140"/>
                <a:gd name="connsiteY37" fmla="*/ 121443 h 1146608"/>
                <a:gd name="connsiteX38" fmla="*/ 622447 w 1145140"/>
                <a:gd name="connsiteY38" fmla="*/ 163918 h 1146608"/>
                <a:gd name="connsiteX39" fmla="*/ 622447 w 1145140"/>
                <a:gd name="connsiteY39" fmla="*/ 220792 h 1146608"/>
                <a:gd name="connsiteX40" fmla="*/ 655947 w 1145140"/>
                <a:gd name="connsiteY40" fmla="*/ 230870 h 1146608"/>
                <a:gd name="connsiteX41" fmla="*/ 669275 w 1145140"/>
                <a:gd name="connsiteY41" fmla="*/ 259667 h 1146608"/>
                <a:gd name="connsiteX42" fmla="*/ 640818 w 1145140"/>
                <a:gd name="connsiteY42" fmla="*/ 273346 h 1146608"/>
                <a:gd name="connsiteX43" fmla="*/ 609120 w 1145140"/>
                <a:gd name="connsiteY43" fmla="*/ 263627 h 1146608"/>
                <a:gd name="connsiteX44" fmla="*/ 577421 w 1145140"/>
                <a:gd name="connsiteY44" fmla="*/ 222591 h 1146608"/>
                <a:gd name="connsiteX45" fmla="*/ 577421 w 1145140"/>
                <a:gd name="connsiteY45" fmla="*/ 166438 h 1146608"/>
                <a:gd name="connsiteX46" fmla="*/ 447384 w 1145140"/>
                <a:gd name="connsiteY46" fmla="*/ 166438 h 1146608"/>
                <a:gd name="connsiteX47" fmla="*/ 447384 w 1145140"/>
                <a:gd name="connsiteY47" fmla="*/ 222591 h 1146608"/>
                <a:gd name="connsiteX48" fmla="*/ 415685 w 1145140"/>
                <a:gd name="connsiteY48" fmla="*/ 263627 h 1146608"/>
                <a:gd name="connsiteX49" fmla="*/ 319148 w 1145140"/>
                <a:gd name="connsiteY49" fmla="*/ 303942 h 1146608"/>
                <a:gd name="connsiteX50" fmla="*/ 267998 w 1145140"/>
                <a:gd name="connsiteY50" fmla="*/ 297103 h 1146608"/>
                <a:gd name="connsiteX51" fmla="*/ 228014 w 1145140"/>
                <a:gd name="connsiteY51" fmla="*/ 257148 h 1146608"/>
                <a:gd name="connsiteX52" fmla="*/ 135440 w 1145140"/>
                <a:gd name="connsiteY52" fmla="*/ 349297 h 1146608"/>
                <a:gd name="connsiteX53" fmla="*/ 175783 w 1145140"/>
                <a:gd name="connsiteY53" fmla="*/ 389613 h 1146608"/>
                <a:gd name="connsiteX54" fmla="*/ 182627 w 1145140"/>
                <a:gd name="connsiteY54" fmla="*/ 440727 h 1146608"/>
                <a:gd name="connsiteX55" fmla="*/ 142644 w 1145140"/>
                <a:gd name="connsiteY55" fmla="*/ 537196 h 1146608"/>
                <a:gd name="connsiteX56" fmla="*/ 101580 w 1145140"/>
                <a:gd name="connsiteY56" fmla="*/ 568513 h 1146608"/>
                <a:gd name="connsiteX57" fmla="*/ 44666 w 1145140"/>
                <a:gd name="connsiteY57" fmla="*/ 568513 h 1146608"/>
                <a:gd name="connsiteX58" fmla="*/ 44666 w 1145140"/>
                <a:gd name="connsiteY58" fmla="*/ 699178 h 1146608"/>
                <a:gd name="connsiteX59" fmla="*/ 101580 w 1145140"/>
                <a:gd name="connsiteY59" fmla="*/ 699178 h 1146608"/>
                <a:gd name="connsiteX60" fmla="*/ 142644 w 1145140"/>
                <a:gd name="connsiteY60" fmla="*/ 730495 h 1146608"/>
                <a:gd name="connsiteX61" fmla="*/ 182627 w 1145140"/>
                <a:gd name="connsiteY61" fmla="*/ 826964 h 1146608"/>
                <a:gd name="connsiteX62" fmla="*/ 175783 w 1145140"/>
                <a:gd name="connsiteY62" fmla="*/ 878078 h 1146608"/>
                <a:gd name="connsiteX63" fmla="*/ 135440 w 1145140"/>
                <a:gd name="connsiteY63" fmla="*/ 918394 h 1146608"/>
                <a:gd name="connsiteX64" fmla="*/ 228014 w 1145140"/>
                <a:gd name="connsiteY64" fmla="*/ 1010903 h 1146608"/>
                <a:gd name="connsiteX65" fmla="*/ 268358 w 1145140"/>
                <a:gd name="connsiteY65" fmla="*/ 970228 h 1146608"/>
                <a:gd name="connsiteX66" fmla="*/ 319508 w 1145140"/>
                <a:gd name="connsiteY66" fmla="*/ 963749 h 1146608"/>
                <a:gd name="connsiteX67" fmla="*/ 415685 w 1145140"/>
                <a:gd name="connsiteY67" fmla="*/ 1003704 h 1146608"/>
                <a:gd name="connsiteX68" fmla="*/ 447384 w 1145140"/>
                <a:gd name="connsiteY68" fmla="*/ 1044380 h 1146608"/>
                <a:gd name="connsiteX69" fmla="*/ 447384 w 1145140"/>
                <a:gd name="connsiteY69" fmla="*/ 1101613 h 1146608"/>
                <a:gd name="connsiteX70" fmla="*/ 577781 w 1145140"/>
                <a:gd name="connsiteY70" fmla="*/ 1101613 h 1146608"/>
                <a:gd name="connsiteX71" fmla="*/ 577781 w 1145140"/>
                <a:gd name="connsiteY71" fmla="*/ 1044740 h 1146608"/>
                <a:gd name="connsiteX72" fmla="*/ 609120 w 1145140"/>
                <a:gd name="connsiteY72" fmla="*/ 1003704 h 1146608"/>
                <a:gd name="connsiteX73" fmla="*/ 705657 w 1145140"/>
                <a:gd name="connsiteY73" fmla="*/ 964109 h 1146608"/>
                <a:gd name="connsiteX74" fmla="*/ 756807 w 1145140"/>
                <a:gd name="connsiteY74" fmla="*/ 970588 h 1146608"/>
                <a:gd name="connsiteX75" fmla="*/ 797150 w 1145140"/>
                <a:gd name="connsiteY75" fmla="*/ 1010903 h 1146608"/>
                <a:gd name="connsiteX76" fmla="*/ 889365 w 1145140"/>
                <a:gd name="connsiteY76" fmla="*/ 918394 h 1146608"/>
                <a:gd name="connsiteX77" fmla="*/ 849381 w 1145140"/>
                <a:gd name="connsiteY77" fmla="*/ 878438 h 1146608"/>
                <a:gd name="connsiteX78" fmla="*/ 842897 w 1145140"/>
                <a:gd name="connsiteY78" fmla="*/ 827324 h 1146608"/>
                <a:gd name="connsiteX79" fmla="*/ 882881 w 1145140"/>
                <a:gd name="connsiteY79" fmla="*/ 730495 h 1146608"/>
                <a:gd name="connsiteX80" fmla="*/ 923945 w 1145140"/>
                <a:gd name="connsiteY80" fmla="*/ 699178 h 1146608"/>
                <a:gd name="connsiteX81" fmla="*/ 980138 w 1145140"/>
                <a:gd name="connsiteY81" fmla="*/ 699178 h 1146608"/>
                <a:gd name="connsiteX82" fmla="*/ 980138 w 1145140"/>
                <a:gd name="connsiteY82" fmla="*/ 568513 h 1146608"/>
                <a:gd name="connsiteX83" fmla="*/ 923945 w 1145140"/>
                <a:gd name="connsiteY83" fmla="*/ 568513 h 1146608"/>
                <a:gd name="connsiteX84" fmla="*/ 882881 w 1145140"/>
                <a:gd name="connsiteY84" fmla="*/ 537196 h 1146608"/>
                <a:gd name="connsiteX85" fmla="*/ 873155 w 1145140"/>
                <a:gd name="connsiteY85" fmla="*/ 504800 h 1146608"/>
                <a:gd name="connsiteX86" fmla="*/ 886483 w 1145140"/>
                <a:gd name="connsiteY86" fmla="*/ 476363 h 1146608"/>
                <a:gd name="connsiteX87" fmla="*/ 915300 w 1145140"/>
                <a:gd name="connsiteY87" fmla="*/ 489681 h 1146608"/>
                <a:gd name="connsiteX88" fmla="*/ 925746 w 1145140"/>
                <a:gd name="connsiteY88" fmla="*/ 523878 h 1146608"/>
                <a:gd name="connsiteX89" fmla="*/ 982660 w 1145140"/>
                <a:gd name="connsiteY89" fmla="*/ 523878 h 1146608"/>
                <a:gd name="connsiteX90" fmla="*/ 1025165 w 1145140"/>
                <a:gd name="connsiteY90" fmla="*/ 565993 h 1146608"/>
                <a:gd name="connsiteX91" fmla="*/ 1025165 w 1145140"/>
                <a:gd name="connsiteY91" fmla="*/ 701698 h 1146608"/>
                <a:gd name="connsiteX92" fmla="*/ 982660 w 1145140"/>
                <a:gd name="connsiteY92" fmla="*/ 743813 h 1146608"/>
                <a:gd name="connsiteX93" fmla="*/ 925746 w 1145140"/>
                <a:gd name="connsiteY93" fmla="*/ 743813 h 1146608"/>
                <a:gd name="connsiteX94" fmla="*/ 882521 w 1145140"/>
                <a:gd name="connsiteY94" fmla="*/ 848202 h 1146608"/>
                <a:gd name="connsiteX95" fmla="*/ 922865 w 1145140"/>
                <a:gd name="connsiteY95" fmla="*/ 888517 h 1146608"/>
                <a:gd name="connsiteX96" fmla="*/ 922865 w 1145140"/>
                <a:gd name="connsiteY96" fmla="*/ 948271 h 1146608"/>
                <a:gd name="connsiteX97" fmla="*/ 827048 w 1145140"/>
                <a:gd name="connsiteY97" fmla="*/ 1044020 h 1146608"/>
                <a:gd name="connsiteX98" fmla="*/ 766893 w 1145140"/>
                <a:gd name="connsiteY98" fmla="*/ 1044020 h 1146608"/>
                <a:gd name="connsiteX99" fmla="*/ 726549 w 1145140"/>
                <a:gd name="connsiteY99" fmla="*/ 1003704 h 1146608"/>
                <a:gd name="connsiteX100" fmla="*/ 622447 w 1145140"/>
                <a:gd name="connsiteY100" fmla="*/ 1046539 h 1146608"/>
                <a:gd name="connsiteX101" fmla="*/ 622447 w 1145140"/>
                <a:gd name="connsiteY101" fmla="*/ 1104133 h 1146608"/>
                <a:gd name="connsiteX102" fmla="*/ 579942 w 1145140"/>
                <a:gd name="connsiteY102" fmla="*/ 1146608 h 1146608"/>
                <a:gd name="connsiteX103" fmla="*/ 444862 w 1145140"/>
                <a:gd name="connsiteY103" fmla="*/ 1146608 h 1146608"/>
                <a:gd name="connsiteX104" fmla="*/ 402357 w 1145140"/>
                <a:gd name="connsiteY104" fmla="*/ 1104133 h 1146608"/>
                <a:gd name="connsiteX105" fmla="*/ 402357 w 1145140"/>
                <a:gd name="connsiteY105" fmla="*/ 1046539 h 1146608"/>
                <a:gd name="connsiteX106" fmla="*/ 298616 w 1145140"/>
                <a:gd name="connsiteY106" fmla="*/ 1003344 h 1146608"/>
                <a:gd name="connsiteX107" fmla="*/ 257552 w 1145140"/>
                <a:gd name="connsiteY107" fmla="*/ 1044020 h 1146608"/>
                <a:gd name="connsiteX108" fmla="*/ 197756 w 1145140"/>
                <a:gd name="connsiteY108" fmla="*/ 1044020 h 1146608"/>
                <a:gd name="connsiteX109" fmla="*/ 101940 w 1145140"/>
                <a:gd name="connsiteY109" fmla="*/ 948271 h 1146608"/>
                <a:gd name="connsiteX110" fmla="*/ 101940 w 1145140"/>
                <a:gd name="connsiteY110" fmla="*/ 888517 h 1146608"/>
                <a:gd name="connsiteX111" fmla="*/ 143004 w 1145140"/>
                <a:gd name="connsiteY111" fmla="*/ 847842 h 1146608"/>
                <a:gd name="connsiteX112" fmla="*/ 99779 w 1145140"/>
                <a:gd name="connsiteY112" fmla="*/ 743813 h 1146608"/>
                <a:gd name="connsiteX113" fmla="*/ 42145 w 1145140"/>
                <a:gd name="connsiteY113" fmla="*/ 743813 h 1146608"/>
                <a:gd name="connsiteX114" fmla="*/ 0 w 1145140"/>
                <a:gd name="connsiteY114" fmla="*/ 701698 h 1146608"/>
                <a:gd name="connsiteX115" fmla="*/ 0 w 1145140"/>
                <a:gd name="connsiteY115" fmla="*/ 565993 h 1146608"/>
                <a:gd name="connsiteX116" fmla="*/ 42145 w 1145140"/>
                <a:gd name="connsiteY116" fmla="*/ 523878 h 1146608"/>
                <a:gd name="connsiteX117" fmla="*/ 99779 w 1145140"/>
                <a:gd name="connsiteY117" fmla="*/ 523878 h 1146608"/>
                <a:gd name="connsiteX118" fmla="*/ 142644 w 1145140"/>
                <a:gd name="connsiteY118" fmla="*/ 419849 h 1146608"/>
                <a:gd name="connsiteX119" fmla="*/ 101940 w 1145140"/>
                <a:gd name="connsiteY119" fmla="*/ 379174 h 1146608"/>
                <a:gd name="connsiteX120" fmla="*/ 101940 w 1145140"/>
                <a:gd name="connsiteY120" fmla="*/ 319421 h 1146608"/>
                <a:gd name="connsiteX121" fmla="*/ 197756 w 1145140"/>
                <a:gd name="connsiteY121" fmla="*/ 223671 h 1146608"/>
                <a:gd name="connsiteX122" fmla="*/ 257552 w 1145140"/>
                <a:gd name="connsiteY122" fmla="*/ 223671 h 1146608"/>
                <a:gd name="connsiteX123" fmla="*/ 298256 w 1145140"/>
                <a:gd name="connsiteY123" fmla="*/ 264347 h 1146608"/>
                <a:gd name="connsiteX124" fmla="*/ 402357 w 1145140"/>
                <a:gd name="connsiteY124" fmla="*/ 220792 h 1146608"/>
                <a:gd name="connsiteX125" fmla="*/ 402357 w 1145140"/>
                <a:gd name="connsiteY125" fmla="*/ 163918 h 1146608"/>
                <a:gd name="connsiteX126" fmla="*/ 444862 w 1145140"/>
                <a:gd name="connsiteY126" fmla="*/ 121443 h 1146608"/>
                <a:gd name="connsiteX127" fmla="*/ 941862 w 1145140"/>
                <a:gd name="connsiteY127" fmla="*/ 44823 h 1146608"/>
                <a:gd name="connsiteX128" fmla="*/ 925668 w 1145140"/>
                <a:gd name="connsiteY128" fmla="*/ 52380 h 1146608"/>
                <a:gd name="connsiteX129" fmla="*/ 782805 w 1145140"/>
                <a:gd name="connsiteY129" fmla="*/ 194883 h 1146608"/>
                <a:gd name="connsiteX130" fmla="*/ 782805 w 1145140"/>
                <a:gd name="connsiteY130" fmla="*/ 330548 h 1146608"/>
                <a:gd name="connsiteX131" fmla="*/ 845780 w 1145140"/>
                <a:gd name="connsiteY131" fmla="*/ 267574 h 1146608"/>
                <a:gd name="connsiteX132" fmla="*/ 968131 w 1145140"/>
                <a:gd name="connsiteY132" fmla="*/ 145222 h 1146608"/>
                <a:gd name="connsiteX133" fmla="*/ 968131 w 1145140"/>
                <a:gd name="connsiteY133" fmla="*/ 70013 h 1146608"/>
                <a:gd name="connsiteX134" fmla="*/ 952657 w 1145140"/>
                <a:gd name="connsiteY134" fmla="*/ 46982 h 1146608"/>
                <a:gd name="connsiteX135" fmla="*/ 941862 w 1145140"/>
                <a:gd name="connsiteY135" fmla="*/ 44823 h 1146608"/>
                <a:gd name="connsiteX136" fmla="*/ 929672 w 1145140"/>
                <a:gd name="connsiteY136" fmla="*/ 1280 h 1146608"/>
                <a:gd name="connsiteX137" fmla="*/ 969930 w 1145140"/>
                <a:gd name="connsiteY137" fmla="*/ 5598 h 1146608"/>
                <a:gd name="connsiteX138" fmla="*/ 1012753 w 1145140"/>
                <a:gd name="connsiteY138" fmla="*/ 69653 h 1146608"/>
                <a:gd name="connsiteX139" fmla="*/ 1013113 w 1145140"/>
                <a:gd name="connsiteY139" fmla="*/ 132268 h 1146608"/>
                <a:gd name="connsiteX140" fmla="*/ 1075368 w 1145140"/>
                <a:gd name="connsiteY140" fmla="*/ 132268 h 1146608"/>
                <a:gd name="connsiteX141" fmla="*/ 1139783 w 1145140"/>
                <a:gd name="connsiteY141" fmla="*/ 175450 h 1146608"/>
                <a:gd name="connsiteX142" fmla="*/ 1124669 w 1145140"/>
                <a:gd name="connsiteY142" fmla="*/ 251380 h 1146608"/>
                <a:gd name="connsiteX143" fmla="*/ 975328 w 1145140"/>
                <a:gd name="connsiteY143" fmla="*/ 400720 h 1146608"/>
                <a:gd name="connsiteX144" fmla="*/ 959854 w 1145140"/>
                <a:gd name="connsiteY144" fmla="*/ 407198 h 1146608"/>
                <a:gd name="connsiteX145" fmla="*/ 769490 w 1145140"/>
                <a:gd name="connsiteY145" fmla="*/ 407198 h 1146608"/>
                <a:gd name="connsiteX146" fmla="*/ 745380 w 1145140"/>
                <a:gd name="connsiteY146" fmla="*/ 431308 h 1146608"/>
                <a:gd name="connsiteX147" fmla="*/ 819870 w 1145140"/>
                <a:gd name="connsiteY147" fmla="*/ 610516 h 1146608"/>
                <a:gd name="connsiteX148" fmla="*/ 845780 w 1145140"/>
                <a:gd name="connsiteY148" fmla="*/ 610516 h 1146608"/>
                <a:gd name="connsiteX149" fmla="*/ 868451 w 1145140"/>
                <a:gd name="connsiteY149" fmla="*/ 633188 h 1146608"/>
                <a:gd name="connsiteX150" fmla="*/ 845780 w 1145140"/>
                <a:gd name="connsiteY150" fmla="*/ 655499 h 1146608"/>
                <a:gd name="connsiteX151" fmla="*/ 819870 w 1145140"/>
                <a:gd name="connsiteY151" fmla="*/ 655499 h 1146608"/>
                <a:gd name="connsiteX152" fmla="*/ 730266 w 1145140"/>
                <a:gd name="connsiteY152" fmla="*/ 851261 h 1146608"/>
                <a:gd name="connsiteX153" fmla="*/ 534144 w 1145140"/>
                <a:gd name="connsiteY153" fmla="*/ 941225 h 1146608"/>
                <a:gd name="connsiteX154" fmla="*/ 534144 w 1145140"/>
                <a:gd name="connsiteY154" fmla="*/ 967134 h 1146608"/>
                <a:gd name="connsiteX155" fmla="*/ 511833 w 1145140"/>
                <a:gd name="connsiteY155" fmla="*/ 989445 h 1146608"/>
                <a:gd name="connsiteX156" fmla="*/ 489882 w 1145140"/>
                <a:gd name="connsiteY156" fmla="*/ 967134 h 1146608"/>
                <a:gd name="connsiteX157" fmla="*/ 489882 w 1145140"/>
                <a:gd name="connsiteY157" fmla="*/ 941225 h 1146608"/>
                <a:gd name="connsiteX158" fmla="*/ 293760 w 1145140"/>
                <a:gd name="connsiteY158" fmla="*/ 851261 h 1146608"/>
                <a:gd name="connsiteX159" fmla="*/ 204515 w 1145140"/>
                <a:gd name="connsiteY159" fmla="*/ 655499 h 1146608"/>
                <a:gd name="connsiteX160" fmla="*/ 178246 w 1145140"/>
                <a:gd name="connsiteY160" fmla="*/ 655499 h 1146608"/>
                <a:gd name="connsiteX161" fmla="*/ 155575 w 1145140"/>
                <a:gd name="connsiteY161" fmla="*/ 633188 h 1146608"/>
                <a:gd name="connsiteX162" fmla="*/ 178246 w 1145140"/>
                <a:gd name="connsiteY162" fmla="*/ 610516 h 1146608"/>
                <a:gd name="connsiteX163" fmla="*/ 204515 w 1145140"/>
                <a:gd name="connsiteY163" fmla="*/ 610516 h 1146608"/>
                <a:gd name="connsiteX164" fmla="*/ 233304 w 1145140"/>
                <a:gd name="connsiteY164" fmla="*/ 500760 h 1146608"/>
                <a:gd name="connsiteX165" fmla="*/ 263172 w 1145140"/>
                <a:gd name="connsiteY165" fmla="*/ 489965 h 1146608"/>
                <a:gd name="connsiteX166" fmla="*/ 273608 w 1145140"/>
                <a:gd name="connsiteY166" fmla="*/ 519833 h 1146608"/>
                <a:gd name="connsiteX167" fmla="*/ 249137 w 1145140"/>
                <a:gd name="connsiteY167" fmla="*/ 610516 h 1146608"/>
                <a:gd name="connsiteX168" fmla="*/ 269289 w 1145140"/>
                <a:gd name="connsiteY168" fmla="*/ 610516 h 1146608"/>
                <a:gd name="connsiteX169" fmla="*/ 291601 w 1145140"/>
                <a:gd name="connsiteY169" fmla="*/ 633188 h 1146608"/>
                <a:gd name="connsiteX170" fmla="*/ 269289 w 1145140"/>
                <a:gd name="connsiteY170" fmla="*/ 655499 h 1146608"/>
                <a:gd name="connsiteX171" fmla="*/ 249497 w 1145140"/>
                <a:gd name="connsiteY171" fmla="*/ 655499 h 1146608"/>
                <a:gd name="connsiteX172" fmla="*/ 325787 w 1145140"/>
                <a:gd name="connsiteY172" fmla="*/ 819593 h 1146608"/>
                <a:gd name="connsiteX173" fmla="*/ 489882 w 1145140"/>
                <a:gd name="connsiteY173" fmla="*/ 895883 h 1146608"/>
                <a:gd name="connsiteX174" fmla="*/ 489882 w 1145140"/>
                <a:gd name="connsiteY174" fmla="*/ 876091 h 1146608"/>
                <a:gd name="connsiteX175" fmla="*/ 511833 w 1145140"/>
                <a:gd name="connsiteY175" fmla="*/ 853780 h 1146608"/>
                <a:gd name="connsiteX176" fmla="*/ 534144 w 1145140"/>
                <a:gd name="connsiteY176" fmla="*/ 876091 h 1146608"/>
                <a:gd name="connsiteX177" fmla="*/ 534144 w 1145140"/>
                <a:gd name="connsiteY177" fmla="*/ 895883 h 1146608"/>
                <a:gd name="connsiteX178" fmla="*/ 698599 w 1145140"/>
                <a:gd name="connsiteY178" fmla="*/ 819593 h 1146608"/>
                <a:gd name="connsiteX179" fmla="*/ 774888 w 1145140"/>
                <a:gd name="connsiteY179" fmla="*/ 655499 h 1146608"/>
                <a:gd name="connsiteX180" fmla="*/ 755096 w 1145140"/>
                <a:gd name="connsiteY180" fmla="*/ 655499 h 1146608"/>
                <a:gd name="connsiteX181" fmla="*/ 732785 w 1145140"/>
                <a:gd name="connsiteY181" fmla="*/ 633188 h 1146608"/>
                <a:gd name="connsiteX182" fmla="*/ 755096 w 1145140"/>
                <a:gd name="connsiteY182" fmla="*/ 610516 h 1146608"/>
                <a:gd name="connsiteX183" fmla="*/ 774888 w 1145140"/>
                <a:gd name="connsiteY183" fmla="*/ 610516 h 1146608"/>
                <a:gd name="connsiteX184" fmla="*/ 713713 w 1145140"/>
                <a:gd name="connsiteY184" fmla="*/ 462975 h 1146608"/>
                <a:gd name="connsiteX185" fmla="*/ 650018 w 1145140"/>
                <a:gd name="connsiteY185" fmla="*/ 526670 h 1146608"/>
                <a:gd name="connsiteX186" fmla="*/ 686364 w 1145140"/>
                <a:gd name="connsiteY186" fmla="*/ 633188 h 1146608"/>
                <a:gd name="connsiteX187" fmla="*/ 511833 w 1145140"/>
                <a:gd name="connsiteY187" fmla="*/ 807358 h 1146608"/>
                <a:gd name="connsiteX188" fmla="*/ 337662 w 1145140"/>
                <a:gd name="connsiteY188" fmla="*/ 633188 h 1146608"/>
                <a:gd name="connsiteX189" fmla="*/ 511833 w 1145140"/>
                <a:gd name="connsiteY189" fmla="*/ 458657 h 1146608"/>
                <a:gd name="connsiteX190" fmla="*/ 618351 w 1145140"/>
                <a:gd name="connsiteY190" fmla="*/ 495003 h 1146608"/>
                <a:gd name="connsiteX191" fmla="*/ 682045 w 1145140"/>
                <a:gd name="connsiteY191" fmla="*/ 431308 h 1146608"/>
                <a:gd name="connsiteX192" fmla="*/ 534144 w 1145140"/>
                <a:gd name="connsiteY192" fmla="*/ 370133 h 1146608"/>
                <a:gd name="connsiteX193" fmla="*/ 534144 w 1145140"/>
                <a:gd name="connsiteY193" fmla="*/ 389925 h 1146608"/>
                <a:gd name="connsiteX194" fmla="*/ 511833 w 1145140"/>
                <a:gd name="connsiteY194" fmla="*/ 412236 h 1146608"/>
                <a:gd name="connsiteX195" fmla="*/ 489882 w 1145140"/>
                <a:gd name="connsiteY195" fmla="*/ 389925 h 1146608"/>
                <a:gd name="connsiteX196" fmla="*/ 489882 w 1145140"/>
                <a:gd name="connsiteY196" fmla="*/ 370133 h 1146608"/>
                <a:gd name="connsiteX197" fmla="*/ 395239 w 1145140"/>
                <a:gd name="connsiteY197" fmla="*/ 396042 h 1146608"/>
                <a:gd name="connsiteX198" fmla="*/ 365371 w 1145140"/>
                <a:gd name="connsiteY198" fmla="*/ 385966 h 1146608"/>
                <a:gd name="connsiteX199" fmla="*/ 375447 w 1145140"/>
                <a:gd name="connsiteY199" fmla="*/ 356098 h 1146608"/>
                <a:gd name="connsiteX200" fmla="*/ 489882 w 1145140"/>
                <a:gd name="connsiteY200" fmla="*/ 325151 h 1146608"/>
                <a:gd name="connsiteX201" fmla="*/ 489882 w 1145140"/>
                <a:gd name="connsiteY201" fmla="*/ 298881 h 1146608"/>
                <a:gd name="connsiteX202" fmla="*/ 511833 w 1145140"/>
                <a:gd name="connsiteY202" fmla="*/ 276570 h 1146608"/>
                <a:gd name="connsiteX203" fmla="*/ 534144 w 1145140"/>
                <a:gd name="connsiteY203" fmla="*/ 298881 h 1146608"/>
                <a:gd name="connsiteX204" fmla="*/ 534144 w 1145140"/>
                <a:gd name="connsiteY204" fmla="*/ 325151 h 1146608"/>
                <a:gd name="connsiteX205" fmla="*/ 713713 w 1145140"/>
                <a:gd name="connsiteY205" fmla="*/ 399641 h 1146608"/>
                <a:gd name="connsiteX206" fmla="*/ 738183 w 1145140"/>
                <a:gd name="connsiteY206" fmla="*/ 375530 h 1146608"/>
                <a:gd name="connsiteX207" fmla="*/ 738183 w 1145140"/>
                <a:gd name="connsiteY207" fmla="*/ 185526 h 1146608"/>
                <a:gd name="connsiteX208" fmla="*/ 744660 w 1145140"/>
                <a:gd name="connsiteY208" fmla="*/ 169693 h 1146608"/>
                <a:gd name="connsiteX209" fmla="*/ 894001 w 1145140"/>
                <a:gd name="connsiteY209" fmla="*/ 20712 h 1146608"/>
                <a:gd name="connsiteX210" fmla="*/ 929672 w 1145140"/>
                <a:gd name="connsiteY210" fmla="*/ 1280 h 11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145140" h="1146608">
                  <a:moveTo>
                    <a:pt x="509588" y="613568"/>
                  </a:moveTo>
                  <a:cubicBezTo>
                    <a:pt x="515324" y="613568"/>
                    <a:pt x="521059" y="615702"/>
                    <a:pt x="525002" y="619969"/>
                  </a:cubicBezTo>
                  <a:cubicBezTo>
                    <a:pt x="529304" y="624236"/>
                    <a:pt x="531455" y="629926"/>
                    <a:pt x="531455" y="635615"/>
                  </a:cubicBezTo>
                  <a:cubicBezTo>
                    <a:pt x="531455" y="641661"/>
                    <a:pt x="529304" y="646995"/>
                    <a:pt x="525002" y="651262"/>
                  </a:cubicBezTo>
                  <a:cubicBezTo>
                    <a:pt x="521059" y="655173"/>
                    <a:pt x="515324" y="657663"/>
                    <a:pt x="509588" y="657663"/>
                  </a:cubicBezTo>
                  <a:cubicBezTo>
                    <a:pt x="503494" y="657663"/>
                    <a:pt x="497759" y="655173"/>
                    <a:pt x="493816" y="651262"/>
                  </a:cubicBezTo>
                  <a:cubicBezTo>
                    <a:pt x="489873" y="646995"/>
                    <a:pt x="487363" y="641661"/>
                    <a:pt x="487363" y="635615"/>
                  </a:cubicBezTo>
                  <a:cubicBezTo>
                    <a:pt x="487363" y="629926"/>
                    <a:pt x="489873" y="624236"/>
                    <a:pt x="493816" y="619969"/>
                  </a:cubicBezTo>
                  <a:cubicBezTo>
                    <a:pt x="497759" y="615702"/>
                    <a:pt x="503494" y="613568"/>
                    <a:pt x="509588" y="613568"/>
                  </a:cubicBezTo>
                  <a:close/>
                  <a:moveTo>
                    <a:pt x="511833" y="503279"/>
                  </a:moveTo>
                  <a:cubicBezTo>
                    <a:pt x="440581" y="503279"/>
                    <a:pt x="382644" y="561576"/>
                    <a:pt x="382644" y="633188"/>
                  </a:cubicBezTo>
                  <a:cubicBezTo>
                    <a:pt x="382644" y="704439"/>
                    <a:pt x="440581" y="763096"/>
                    <a:pt x="511833" y="763096"/>
                  </a:cubicBezTo>
                  <a:cubicBezTo>
                    <a:pt x="583445" y="763096"/>
                    <a:pt x="641741" y="704439"/>
                    <a:pt x="641741" y="633188"/>
                  </a:cubicBezTo>
                  <a:cubicBezTo>
                    <a:pt x="641741" y="605478"/>
                    <a:pt x="632745" y="579929"/>
                    <a:pt x="617991" y="558697"/>
                  </a:cubicBezTo>
                  <a:lnTo>
                    <a:pt x="578407" y="598281"/>
                  </a:lnTo>
                  <a:cubicBezTo>
                    <a:pt x="574088" y="602600"/>
                    <a:pt x="568331" y="604759"/>
                    <a:pt x="562573" y="604759"/>
                  </a:cubicBezTo>
                  <a:cubicBezTo>
                    <a:pt x="556815" y="604759"/>
                    <a:pt x="551417" y="602600"/>
                    <a:pt x="546739" y="598281"/>
                  </a:cubicBezTo>
                  <a:cubicBezTo>
                    <a:pt x="538103" y="589645"/>
                    <a:pt x="538103" y="575251"/>
                    <a:pt x="546739" y="566614"/>
                  </a:cubicBezTo>
                  <a:lnTo>
                    <a:pt x="586683" y="527030"/>
                  </a:lnTo>
                  <a:cubicBezTo>
                    <a:pt x="565452" y="512276"/>
                    <a:pt x="539542" y="503279"/>
                    <a:pt x="511833" y="503279"/>
                  </a:cubicBezTo>
                  <a:close/>
                  <a:moveTo>
                    <a:pt x="310177" y="407770"/>
                  </a:moveTo>
                  <a:cubicBezTo>
                    <a:pt x="315924" y="407770"/>
                    <a:pt x="321672" y="409934"/>
                    <a:pt x="325982" y="414264"/>
                  </a:cubicBezTo>
                  <a:cubicBezTo>
                    <a:pt x="334604" y="423284"/>
                    <a:pt x="334604" y="437355"/>
                    <a:pt x="325982" y="446014"/>
                  </a:cubicBezTo>
                  <a:lnTo>
                    <a:pt x="325982" y="446375"/>
                  </a:lnTo>
                  <a:cubicBezTo>
                    <a:pt x="321672" y="450704"/>
                    <a:pt x="315565" y="452869"/>
                    <a:pt x="310177" y="452869"/>
                  </a:cubicBezTo>
                  <a:cubicBezTo>
                    <a:pt x="304429" y="452869"/>
                    <a:pt x="298682" y="450704"/>
                    <a:pt x="294012" y="446375"/>
                  </a:cubicBezTo>
                  <a:cubicBezTo>
                    <a:pt x="285750" y="437716"/>
                    <a:pt x="285750" y="423284"/>
                    <a:pt x="294012" y="414625"/>
                  </a:cubicBezTo>
                  <a:lnTo>
                    <a:pt x="294371" y="414264"/>
                  </a:lnTo>
                  <a:cubicBezTo>
                    <a:pt x="298682" y="409934"/>
                    <a:pt x="304429" y="407770"/>
                    <a:pt x="310177" y="407770"/>
                  </a:cubicBezTo>
                  <a:close/>
                  <a:moveTo>
                    <a:pt x="999799" y="176890"/>
                  </a:moveTo>
                  <a:lnTo>
                    <a:pt x="877447" y="299241"/>
                  </a:lnTo>
                  <a:lnTo>
                    <a:pt x="814472" y="362216"/>
                  </a:lnTo>
                  <a:lnTo>
                    <a:pt x="950498" y="362216"/>
                  </a:lnTo>
                  <a:lnTo>
                    <a:pt x="1093001" y="219713"/>
                  </a:lnTo>
                  <a:cubicBezTo>
                    <a:pt x="1103797" y="208917"/>
                    <a:pt x="1099839" y="195962"/>
                    <a:pt x="1098039" y="192364"/>
                  </a:cubicBezTo>
                  <a:cubicBezTo>
                    <a:pt x="1096960" y="188765"/>
                    <a:pt x="1090842" y="176890"/>
                    <a:pt x="1075368" y="176890"/>
                  </a:cubicBezTo>
                  <a:close/>
                  <a:moveTo>
                    <a:pt x="444862" y="121443"/>
                  </a:moveTo>
                  <a:lnTo>
                    <a:pt x="579942" y="121443"/>
                  </a:lnTo>
                  <a:cubicBezTo>
                    <a:pt x="603356" y="121443"/>
                    <a:pt x="622447" y="140521"/>
                    <a:pt x="622447" y="163918"/>
                  </a:cubicBezTo>
                  <a:lnTo>
                    <a:pt x="622447" y="220792"/>
                  </a:lnTo>
                  <a:cubicBezTo>
                    <a:pt x="633614" y="223671"/>
                    <a:pt x="644781" y="227271"/>
                    <a:pt x="655947" y="230870"/>
                  </a:cubicBezTo>
                  <a:cubicBezTo>
                    <a:pt x="667474" y="235190"/>
                    <a:pt x="673598" y="247789"/>
                    <a:pt x="669275" y="259667"/>
                  </a:cubicBezTo>
                  <a:cubicBezTo>
                    <a:pt x="665313" y="271186"/>
                    <a:pt x="652345" y="277305"/>
                    <a:pt x="640818" y="273346"/>
                  </a:cubicBezTo>
                  <a:cubicBezTo>
                    <a:pt x="630372" y="269386"/>
                    <a:pt x="619926" y="266147"/>
                    <a:pt x="609120" y="263627"/>
                  </a:cubicBezTo>
                  <a:cubicBezTo>
                    <a:pt x="590749" y="258587"/>
                    <a:pt x="577421" y="241669"/>
                    <a:pt x="577421" y="222591"/>
                  </a:cubicBezTo>
                  <a:lnTo>
                    <a:pt x="577421" y="166438"/>
                  </a:lnTo>
                  <a:lnTo>
                    <a:pt x="447384" y="166438"/>
                  </a:lnTo>
                  <a:lnTo>
                    <a:pt x="447384" y="222591"/>
                  </a:lnTo>
                  <a:cubicBezTo>
                    <a:pt x="447384" y="242029"/>
                    <a:pt x="434416" y="258587"/>
                    <a:pt x="415685" y="263627"/>
                  </a:cubicBezTo>
                  <a:cubicBezTo>
                    <a:pt x="381825" y="272266"/>
                    <a:pt x="349406" y="285944"/>
                    <a:pt x="319148" y="303942"/>
                  </a:cubicBezTo>
                  <a:cubicBezTo>
                    <a:pt x="302578" y="313301"/>
                    <a:pt x="281686" y="310782"/>
                    <a:pt x="267998" y="297103"/>
                  </a:cubicBezTo>
                  <a:lnTo>
                    <a:pt x="228014" y="257148"/>
                  </a:lnTo>
                  <a:lnTo>
                    <a:pt x="135440" y="349297"/>
                  </a:lnTo>
                  <a:lnTo>
                    <a:pt x="175783" y="389613"/>
                  </a:lnTo>
                  <a:cubicBezTo>
                    <a:pt x="189472" y="402931"/>
                    <a:pt x="191993" y="424169"/>
                    <a:pt x="182627" y="440727"/>
                  </a:cubicBezTo>
                  <a:cubicBezTo>
                    <a:pt x="164617" y="470964"/>
                    <a:pt x="151289" y="503360"/>
                    <a:pt x="142644" y="537196"/>
                  </a:cubicBezTo>
                  <a:cubicBezTo>
                    <a:pt x="137601" y="555914"/>
                    <a:pt x="121031" y="568513"/>
                    <a:pt x="101580" y="568513"/>
                  </a:cubicBezTo>
                  <a:lnTo>
                    <a:pt x="44666" y="568513"/>
                  </a:lnTo>
                  <a:lnTo>
                    <a:pt x="44666" y="699178"/>
                  </a:lnTo>
                  <a:lnTo>
                    <a:pt x="101580" y="699178"/>
                  </a:lnTo>
                  <a:cubicBezTo>
                    <a:pt x="121031" y="699178"/>
                    <a:pt x="137961" y="712137"/>
                    <a:pt x="142644" y="730495"/>
                  </a:cubicBezTo>
                  <a:cubicBezTo>
                    <a:pt x="151289" y="764331"/>
                    <a:pt x="164977" y="796727"/>
                    <a:pt x="182627" y="826964"/>
                  </a:cubicBezTo>
                  <a:cubicBezTo>
                    <a:pt x="191993" y="843522"/>
                    <a:pt x="189832" y="864400"/>
                    <a:pt x="175783" y="878078"/>
                  </a:cubicBezTo>
                  <a:lnTo>
                    <a:pt x="135440" y="918394"/>
                  </a:lnTo>
                  <a:lnTo>
                    <a:pt x="228014" y="1010903"/>
                  </a:lnTo>
                  <a:lnTo>
                    <a:pt x="268358" y="970228"/>
                  </a:lnTo>
                  <a:cubicBezTo>
                    <a:pt x="282046" y="956910"/>
                    <a:pt x="302938" y="954030"/>
                    <a:pt x="319508" y="963749"/>
                  </a:cubicBezTo>
                  <a:cubicBezTo>
                    <a:pt x="349406" y="981387"/>
                    <a:pt x="382185" y="994705"/>
                    <a:pt x="415685" y="1003704"/>
                  </a:cubicBezTo>
                  <a:cubicBezTo>
                    <a:pt x="434416" y="1008744"/>
                    <a:pt x="447384" y="1025302"/>
                    <a:pt x="447384" y="1044380"/>
                  </a:cubicBezTo>
                  <a:lnTo>
                    <a:pt x="447384" y="1101613"/>
                  </a:lnTo>
                  <a:lnTo>
                    <a:pt x="577781" y="1101613"/>
                  </a:lnTo>
                  <a:lnTo>
                    <a:pt x="577781" y="1044740"/>
                  </a:lnTo>
                  <a:cubicBezTo>
                    <a:pt x="577781" y="1025662"/>
                    <a:pt x="590749" y="1008744"/>
                    <a:pt x="609120" y="1003704"/>
                  </a:cubicBezTo>
                  <a:cubicBezTo>
                    <a:pt x="642980" y="995065"/>
                    <a:pt x="675399" y="981387"/>
                    <a:pt x="705657" y="964109"/>
                  </a:cubicBezTo>
                  <a:cubicBezTo>
                    <a:pt x="722226" y="954390"/>
                    <a:pt x="743119" y="956910"/>
                    <a:pt x="756807" y="970588"/>
                  </a:cubicBezTo>
                  <a:lnTo>
                    <a:pt x="797150" y="1010903"/>
                  </a:lnTo>
                  <a:lnTo>
                    <a:pt x="889365" y="918394"/>
                  </a:lnTo>
                  <a:lnTo>
                    <a:pt x="849381" y="878438"/>
                  </a:lnTo>
                  <a:cubicBezTo>
                    <a:pt x="835693" y="864760"/>
                    <a:pt x="833172" y="843882"/>
                    <a:pt x="842897" y="827324"/>
                  </a:cubicBezTo>
                  <a:cubicBezTo>
                    <a:pt x="860548" y="797087"/>
                    <a:pt x="873876" y="764691"/>
                    <a:pt x="882881" y="730495"/>
                  </a:cubicBezTo>
                  <a:cubicBezTo>
                    <a:pt x="887564" y="712137"/>
                    <a:pt x="904494" y="699178"/>
                    <a:pt x="923945" y="699178"/>
                  </a:cubicBezTo>
                  <a:lnTo>
                    <a:pt x="980138" y="699178"/>
                  </a:lnTo>
                  <a:lnTo>
                    <a:pt x="980138" y="568513"/>
                  </a:lnTo>
                  <a:lnTo>
                    <a:pt x="923945" y="568513"/>
                  </a:lnTo>
                  <a:cubicBezTo>
                    <a:pt x="904494" y="568513"/>
                    <a:pt x="887924" y="555914"/>
                    <a:pt x="882881" y="537196"/>
                  </a:cubicBezTo>
                  <a:cubicBezTo>
                    <a:pt x="879999" y="526037"/>
                    <a:pt x="876757" y="515239"/>
                    <a:pt x="873155" y="504800"/>
                  </a:cubicBezTo>
                  <a:cubicBezTo>
                    <a:pt x="868833" y="493281"/>
                    <a:pt x="874956" y="480323"/>
                    <a:pt x="886483" y="476363"/>
                  </a:cubicBezTo>
                  <a:cubicBezTo>
                    <a:pt x="898370" y="472043"/>
                    <a:pt x="910978" y="478163"/>
                    <a:pt x="915300" y="489681"/>
                  </a:cubicBezTo>
                  <a:cubicBezTo>
                    <a:pt x="919263" y="500840"/>
                    <a:pt x="922865" y="512359"/>
                    <a:pt x="925746" y="523878"/>
                  </a:cubicBezTo>
                  <a:lnTo>
                    <a:pt x="982660" y="523878"/>
                  </a:lnTo>
                  <a:cubicBezTo>
                    <a:pt x="1006074" y="523878"/>
                    <a:pt x="1025165" y="542955"/>
                    <a:pt x="1025165" y="565993"/>
                  </a:cubicBezTo>
                  <a:lnTo>
                    <a:pt x="1025165" y="701698"/>
                  </a:lnTo>
                  <a:cubicBezTo>
                    <a:pt x="1025165" y="724736"/>
                    <a:pt x="1006074" y="743813"/>
                    <a:pt x="982660" y="743813"/>
                  </a:cubicBezTo>
                  <a:lnTo>
                    <a:pt x="925746" y="743813"/>
                  </a:lnTo>
                  <a:cubicBezTo>
                    <a:pt x="916021" y="780529"/>
                    <a:pt x="901252" y="815445"/>
                    <a:pt x="882521" y="848202"/>
                  </a:cubicBezTo>
                  <a:lnTo>
                    <a:pt x="922865" y="888517"/>
                  </a:lnTo>
                  <a:cubicBezTo>
                    <a:pt x="939074" y="905075"/>
                    <a:pt x="939074" y="931712"/>
                    <a:pt x="922865" y="948271"/>
                  </a:cubicBezTo>
                  <a:lnTo>
                    <a:pt x="827048" y="1044020"/>
                  </a:lnTo>
                  <a:cubicBezTo>
                    <a:pt x="810478" y="1060578"/>
                    <a:pt x="783462" y="1060578"/>
                    <a:pt x="766893" y="1044020"/>
                  </a:cubicBezTo>
                  <a:lnTo>
                    <a:pt x="726549" y="1003704"/>
                  </a:lnTo>
                  <a:cubicBezTo>
                    <a:pt x="693770" y="1022422"/>
                    <a:pt x="658829" y="1036821"/>
                    <a:pt x="622447" y="1046539"/>
                  </a:cubicBezTo>
                  <a:lnTo>
                    <a:pt x="622447" y="1104133"/>
                  </a:lnTo>
                  <a:cubicBezTo>
                    <a:pt x="622447" y="1127530"/>
                    <a:pt x="603356" y="1146608"/>
                    <a:pt x="579942" y="1146608"/>
                  </a:cubicBezTo>
                  <a:lnTo>
                    <a:pt x="444862" y="1146608"/>
                  </a:lnTo>
                  <a:cubicBezTo>
                    <a:pt x="421448" y="1146608"/>
                    <a:pt x="402357" y="1127530"/>
                    <a:pt x="402357" y="1104133"/>
                  </a:cubicBezTo>
                  <a:lnTo>
                    <a:pt x="402357" y="1046539"/>
                  </a:lnTo>
                  <a:cubicBezTo>
                    <a:pt x="365976" y="1036821"/>
                    <a:pt x="331035" y="1022422"/>
                    <a:pt x="298616" y="1003344"/>
                  </a:cubicBezTo>
                  <a:lnTo>
                    <a:pt x="257552" y="1044020"/>
                  </a:lnTo>
                  <a:cubicBezTo>
                    <a:pt x="241342" y="1060578"/>
                    <a:pt x="214326" y="1060578"/>
                    <a:pt x="197756" y="1044020"/>
                  </a:cubicBezTo>
                  <a:lnTo>
                    <a:pt x="101940" y="948271"/>
                  </a:lnTo>
                  <a:cubicBezTo>
                    <a:pt x="85730" y="931712"/>
                    <a:pt x="85730" y="905075"/>
                    <a:pt x="101940" y="888517"/>
                  </a:cubicBezTo>
                  <a:lnTo>
                    <a:pt x="143004" y="847842"/>
                  </a:lnTo>
                  <a:cubicBezTo>
                    <a:pt x="123913" y="815085"/>
                    <a:pt x="109504" y="780169"/>
                    <a:pt x="99779" y="743813"/>
                  </a:cubicBezTo>
                  <a:lnTo>
                    <a:pt x="42145" y="743813"/>
                  </a:lnTo>
                  <a:cubicBezTo>
                    <a:pt x="19091" y="743813"/>
                    <a:pt x="0" y="724736"/>
                    <a:pt x="0" y="701698"/>
                  </a:cubicBezTo>
                  <a:lnTo>
                    <a:pt x="0" y="565993"/>
                  </a:lnTo>
                  <a:cubicBezTo>
                    <a:pt x="0" y="542955"/>
                    <a:pt x="19091" y="523878"/>
                    <a:pt x="42145" y="523878"/>
                  </a:cubicBezTo>
                  <a:lnTo>
                    <a:pt x="99779" y="523878"/>
                  </a:lnTo>
                  <a:cubicBezTo>
                    <a:pt x="109144" y="487522"/>
                    <a:pt x="123913" y="452606"/>
                    <a:pt x="142644" y="419849"/>
                  </a:cubicBezTo>
                  <a:lnTo>
                    <a:pt x="101940" y="379174"/>
                  </a:lnTo>
                  <a:cubicBezTo>
                    <a:pt x="85730" y="362616"/>
                    <a:pt x="85730" y="335979"/>
                    <a:pt x="101940" y="319421"/>
                  </a:cubicBezTo>
                  <a:lnTo>
                    <a:pt x="197756" y="223671"/>
                  </a:lnTo>
                  <a:cubicBezTo>
                    <a:pt x="214326" y="207113"/>
                    <a:pt x="241342" y="207113"/>
                    <a:pt x="257552" y="223671"/>
                  </a:cubicBezTo>
                  <a:lnTo>
                    <a:pt x="298256" y="264347"/>
                  </a:lnTo>
                  <a:cubicBezTo>
                    <a:pt x="331035" y="245269"/>
                    <a:pt x="365976" y="230511"/>
                    <a:pt x="402357" y="220792"/>
                  </a:cubicBezTo>
                  <a:lnTo>
                    <a:pt x="402357" y="163918"/>
                  </a:lnTo>
                  <a:cubicBezTo>
                    <a:pt x="402357" y="140521"/>
                    <a:pt x="421448" y="121443"/>
                    <a:pt x="444862" y="121443"/>
                  </a:cubicBezTo>
                  <a:close/>
                  <a:moveTo>
                    <a:pt x="941862" y="44823"/>
                  </a:moveTo>
                  <a:cubicBezTo>
                    <a:pt x="936914" y="45003"/>
                    <a:pt x="931066" y="46802"/>
                    <a:pt x="925668" y="52380"/>
                  </a:cubicBezTo>
                  <a:lnTo>
                    <a:pt x="782805" y="194883"/>
                  </a:lnTo>
                  <a:lnTo>
                    <a:pt x="782805" y="330548"/>
                  </a:lnTo>
                  <a:lnTo>
                    <a:pt x="845780" y="267574"/>
                  </a:lnTo>
                  <a:lnTo>
                    <a:pt x="968131" y="145222"/>
                  </a:lnTo>
                  <a:lnTo>
                    <a:pt x="968131" y="70013"/>
                  </a:lnTo>
                  <a:cubicBezTo>
                    <a:pt x="968131" y="54539"/>
                    <a:pt x="956256" y="48421"/>
                    <a:pt x="952657" y="46982"/>
                  </a:cubicBezTo>
                  <a:cubicBezTo>
                    <a:pt x="950858" y="46082"/>
                    <a:pt x="946810" y="44643"/>
                    <a:pt x="941862" y="44823"/>
                  </a:cubicBezTo>
                  <a:close/>
                  <a:moveTo>
                    <a:pt x="929672" y="1280"/>
                  </a:moveTo>
                  <a:cubicBezTo>
                    <a:pt x="942761" y="-1329"/>
                    <a:pt x="956616" y="21"/>
                    <a:pt x="969930" y="5598"/>
                  </a:cubicBezTo>
                  <a:cubicBezTo>
                    <a:pt x="996200" y="16394"/>
                    <a:pt x="1012753" y="41224"/>
                    <a:pt x="1012753" y="69653"/>
                  </a:cubicBezTo>
                  <a:lnTo>
                    <a:pt x="1013113" y="132268"/>
                  </a:lnTo>
                  <a:lnTo>
                    <a:pt x="1075368" y="132268"/>
                  </a:lnTo>
                  <a:cubicBezTo>
                    <a:pt x="1104157" y="132268"/>
                    <a:pt x="1128627" y="148821"/>
                    <a:pt x="1139783" y="175450"/>
                  </a:cubicBezTo>
                  <a:cubicBezTo>
                    <a:pt x="1150578" y="201720"/>
                    <a:pt x="1144821" y="230868"/>
                    <a:pt x="1124669" y="251380"/>
                  </a:cubicBezTo>
                  <a:lnTo>
                    <a:pt x="975328" y="400720"/>
                  </a:lnTo>
                  <a:cubicBezTo>
                    <a:pt x="971370" y="405039"/>
                    <a:pt x="965612" y="407198"/>
                    <a:pt x="959854" y="407198"/>
                  </a:cubicBezTo>
                  <a:lnTo>
                    <a:pt x="769490" y="407198"/>
                  </a:lnTo>
                  <a:lnTo>
                    <a:pt x="745380" y="431308"/>
                  </a:lnTo>
                  <a:cubicBezTo>
                    <a:pt x="789282" y="481688"/>
                    <a:pt x="814832" y="544303"/>
                    <a:pt x="819870" y="610516"/>
                  </a:cubicBezTo>
                  <a:lnTo>
                    <a:pt x="845780" y="610516"/>
                  </a:lnTo>
                  <a:cubicBezTo>
                    <a:pt x="858375" y="610516"/>
                    <a:pt x="868451" y="620593"/>
                    <a:pt x="868451" y="633188"/>
                  </a:cubicBezTo>
                  <a:cubicBezTo>
                    <a:pt x="868451" y="645423"/>
                    <a:pt x="858375" y="655499"/>
                    <a:pt x="845780" y="655499"/>
                  </a:cubicBezTo>
                  <a:lnTo>
                    <a:pt x="819870" y="655499"/>
                  </a:lnTo>
                  <a:cubicBezTo>
                    <a:pt x="814472" y="729629"/>
                    <a:pt x="783165" y="798362"/>
                    <a:pt x="730266" y="851261"/>
                  </a:cubicBezTo>
                  <a:cubicBezTo>
                    <a:pt x="677367" y="904519"/>
                    <a:pt x="608275" y="935827"/>
                    <a:pt x="534144" y="941225"/>
                  </a:cubicBezTo>
                  <a:lnTo>
                    <a:pt x="534144" y="967134"/>
                  </a:lnTo>
                  <a:cubicBezTo>
                    <a:pt x="534144" y="979369"/>
                    <a:pt x="524068" y="989445"/>
                    <a:pt x="511833" y="989445"/>
                  </a:cubicBezTo>
                  <a:cubicBezTo>
                    <a:pt x="499598" y="989445"/>
                    <a:pt x="489882" y="979369"/>
                    <a:pt x="489882" y="967134"/>
                  </a:cubicBezTo>
                  <a:lnTo>
                    <a:pt x="489882" y="941225"/>
                  </a:lnTo>
                  <a:cubicBezTo>
                    <a:pt x="416111" y="935827"/>
                    <a:pt x="347018" y="904519"/>
                    <a:pt x="293760" y="851261"/>
                  </a:cubicBezTo>
                  <a:cubicBezTo>
                    <a:pt x="240501" y="797642"/>
                    <a:pt x="209913" y="727830"/>
                    <a:pt x="204515" y="655499"/>
                  </a:cubicBezTo>
                  <a:lnTo>
                    <a:pt x="178246" y="655499"/>
                  </a:lnTo>
                  <a:cubicBezTo>
                    <a:pt x="166011" y="655499"/>
                    <a:pt x="155575" y="645423"/>
                    <a:pt x="155575" y="633188"/>
                  </a:cubicBezTo>
                  <a:cubicBezTo>
                    <a:pt x="155575" y="620593"/>
                    <a:pt x="166011" y="610516"/>
                    <a:pt x="178246" y="610516"/>
                  </a:cubicBezTo>
                  <a:lnTo>
                    <a:pt x="204515" y="610516"/>
                  </a:lnTo>
                  <a:cubicBezTo>
                    <a:pt x="207034" y="573451"/>
                    <a:pt x="216750" y="536026"/>
                    <a:pt x="233304" y="500760"/>
                  </a:cubicBezTo>
                  <a:cubicBezTo>
                    <a:pt x="238702" y="489605"/>
                    <a:pt x="252016" y="484927"/>
                    <a:pt x="263172" y="489965"/>
                  </a:cubicBezTo>
                  <a:cubicBezTo>
                    <a:pt x="274327" y="495362"/>
                    <a:pt x="279006" y="508677"/>
                    <a:pt x="273608" y="519833"/>
                  </a:cubicBezTo>
                  <a:cubicBezTo>
                    <a:pt x="259933" y="548981"/>
                    <a:pt x="252016" y="579569"/>
                    <a:pt x="249137" y="610516"/>
                  </a:cubicBezTo>
                  <a:lnTo>
                    <a:pt x="269289" y="610516"/>
                  </a:lnTo>
                  <a:cubicBezTo>
                    <a:pt x="281525" y="610516"/>
                    <a:pt x="291601" y="620593"/>
                    <a:pt x="291601" y="633188"/>
                  </a:cubicBezTo>
                  <a:cubicBezTo>
                    <a:pt x="291601" y="645423"/>
                    <a:pt x="281525" y="655499"/>
                    <a:pt x="269289" y="655499"/>
                  </a:cubicBezTo>
                  <a:lnTo>
                    <a:pt x="249497" y="655499"/>
                  </a:lnTo>
                  <a:cubicBezTo>
                    <a:pt x="254535" y="716315"/>
                    <a:pt x="280805" y="774611"/>
                    <a:pt x="325787" y="819593"/>
                  </a:cubicBezTo>
                  <a:cubicBezTo>
                    <a:pt x="371489" y="865655"/>
                    <a:pt x="429785" y="890845"/>
                    <a:pt x="489882" y="895883"/>
                  </a:cubicBezTo>
                  <a:lnTo>
                    <a:pt x="489882" y="876091"/>
                  </a:lnTo>
                  <a:cubicBezTo>
                    <a:pt x="489882" y="863856"/>
                    <a:pt x="499598" y="853780"/>
                    <a:pt x="511833" y="853780"/>
                  </a:cubicBezTo>
                  <a:cubicBezTo>
                    <a:pt x="524068" y="853780"/>
                    <a:pt x="534144" y="863856"/>
                    <a:pt x="534144" y="876091"/>
                  </a:cubicBezTo>
                  <a:lnTo>
                    <a:pt x="534144" y="895883"/>
                  </a:lnTo>
                  <a:cubicBezTo>
                    <a:pt x="594240" y="890845"/>
                    <a:pt x="652897" y="865655"/>
                    <a:pt x="698599" y="819593"/>
                  </a:cubicBezTo>
                  <a:cubicBezTo>
                    <a:pt x="744300" y="773892"/>
                    <a:pt x="769850" y="715235"/>
                    <a:pt x="774888" y="655499"/>
                  </a:cubicBezTo>
                  <a:lnTo>
                    <a:pt x="755096" y="655499"/>
                  </a:lnTo>
                  <a:cubicBezTo>
                    <a:pt x="742861" y="655499"/>
                    <a:pt x="732785" y="645423"/>
                    <a:pt x="732785" y="633188"/>
                  </a:cubicBezTo>
                  <a:cubicBezTo>
                    <a:pt x="732785" y="620593"/>
                    <a:pt x="742861" y="610516"/>
                    <a:pt x="755096" y="610516"/>
                  </a:cubicBezTo>
                  <a:lnTo>
                    <a:pt x="774888" y="610516"/>
                  </a:lnTo>
                  <a:cubicBezTo>
                    <a:pt x="770210" y="557618"/>
                    <a:pt x="750058" y="505798"/>
                    <a:pt x="713713" y="462975"/>
                  </a:cubicBezTo>
                  <a:lnTo>
                    <a:pt x="650018" y="526670"/>
                  </a:lnTo>
                  <a:cubicBezTo>
                    <a:pt x="672689" y="556178"/>
                    <a:pt x="686364" y="593243"/>
                    <a:pt x="686364" y="633188"/>
                  </a:cubicBezTo>
                  <a:cubicBezTo>
                    <a:pt x="686364" y="729269"/>
                    <a:pt x="608275" y="807358"/>
                    <a:pt x="511833" y="807358"/>
                  </a:cubicBezTo>
                  <a:cubicBezTo>
                    <a:pt x="416111" y="807358"/>
                    <a:pt x="337662" y="729269"/>
                    <a:pt x="337662" y="633188"/>
                  </a:cubicBezTo>
                  <a:cubicBezTo>
                    <a:pt x="337662" y="537106"/>
                    <a:pt x="416111" y="458657"/>
                    <a:pt x="511833" y="458657"/>
                  </a:cubicBezTo>
                  <a:cubicBezTo>
                    <a:pt x="552137" y="458657"/>
                    <a:pt x="588842" y="472332"/>
                    <a:pt x="618351" y="495003"/>
                  </a:cubicBezTo>
                  <a:lnTo>
                    <a:pt x="682045" y="431308"/>
                  </a:lnTo>
                  <a:cubicBezTo>
                    <a:pt x="639582" y="395322"/>
                    <a:pt x="587763" y="374451"/>
                    <a:pt x="534144" y="370133"/>
                  </a:cubicBezTo>
                  <a:lnTo>
                    <a:pt x="534144" y="389925"/>
                  </a:lnTo>
                  <a:cubicBezTo>
                    <a:pt x="534144" y="402160"/>
                    <a:pt x="524068" y="412236"/>
                    <a:pt x="511833" y="412236"/>
                  </a:cubicBezTo>
                  <a:cubicBezTo>
                    <a:pt x="499598" y="412236"/>
                    <a:pt x="489882" y="402160"/>
                    <a:pt x="489882" y="389925"/>
                  </a:cubicBezTo>
                  <a:lnTo>
                    <a:pt x="489882" y="370133"/>
                  </a:lnTo>
                  <a:cubicBezTo>
                    <a:pt x="457854" y="372652"/>
                    <a:pt x="425467" y="381288"/>
                    <a:pt x="395239" y="396042"/>
                  </a:cubicBezTo>
                  <a:cubicBezTo>
                    <a:pt x="384443" y="401800"/>
                    <a:pt x="370769" y="397122"/>
                    <a:pt x="365371" y="385966"/>
                  </a:cubicBezTo>
                  <a:cubicBezTo>
                    <a:pt x="359973" y="375171"/>
                    <a:pt x="364651" y="361496"/>
                    <a:pt x="375447" y="356098"/>
                  </a:cubicBezTo>
                  <a:cubicBezTo>
                    <a:pt x="412152" y="338105"/>
                    <a:pt x="451017" y="328029"/>
                    <a:pt x="489882" y="325151"/>
                  </a:cubicBezTo>
                  <a:lnTo>
                    <a:pt x="489882" y="298881"/>
                  </a:lnTo>
                  <a:cubicBezTo>
                    <a:pt x="489882" y="286646"/>
                    <a:pt x="499598" y="276570"/>
                    <a:pt x="511833" y="276570"/>
                  </a:cubicBezTo>
                  <a:cubicBezTo>
                    <a:pt x="524068" y="276570"/>
                    <a:pt x="534144" y="286646"/>
                    <a:pt x="534144" y="298881"/>
                  </a:cubicBezTo>
                  <a:lnTo>
                    <a:pt x="534144" y="325151"/>
                  </a:lnTo>
                  <a:cubicBezTo>
                    <a:pt x="599278" y="329829"/>
                    <a:pt x="662613" y="355019"/>
                    <a:pt x="713713" y="399641"/>
                  </a:cubicBezTo>
                  <a:lnTo>
                    <a:pt x="738183" y="375530"/>
                  </a:lnTo>
                  <a:lnTo>
                    <a:pt x="738183" y="185526"/>
                  </a:lnTo>
                  <a:cubicBezTo>
                    <a:pt x="738183" y="179409"/>
                    <a:pt x="740342" y="173651"/>
                    <a:pt x="744660" y="169693"/>
                  </a:cubicBezTo>
                  <a:lnTo>
                    <a:pt x="894001" y="20712"/>
                  </a:lnTo>
                  <a:cubicBezTo>
                    <a:pt x="904257" y="10456"/>
                    <a:pt x="916582" y="3889"/>
                    <a:pt x="929672" y="128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DCBB2224-09B3-4063-CA7F-854B6CA5675D}"/>
                </a:ext>
              </a:extLst>
            </p:cNvPr>
            <p:cNvSpPr txBox="1"/>
            <p:nvPr/>
          </p:nvSpPr>
          <p:spPr>
            <a:xfrm>
              <a:off x="277421" y="3788225"/>
              <a:ext cx="2622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endParaRPr lang="pt-BR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22D40EDF-E1EC-8A35-7DF7-872262F24BF6}"/>
                </a:ext>
              </a:extLst>
            </p:cNvPr>
            <p:cNvSpPr txBox="1"/>
            <p:nvPr/>
          </p:nvSpPr>
          <p:spPr>
            <a:xfrm>
              <a:off x="277421" y="3557121"/>
              <a:ext cx="2610369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b="1" i="0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Implantação</a:t>
              </a:r>
              <a:r>
                <a:rPr lang="pt-BR" sz="1400" b="0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r>
                <a:rPr lang="pt-BR" sz="1400" b="1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e migração </a:t>
              </a:r>
              <a:r>
                <a:rPr lang="pt-BR" sz="1400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de</a:t>
              </a:r>
              <a:r>
                <a:rPr lang="pt-BR" sz="1400" b="0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 funções (aderência, parametrização, testes, etc.).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Treinamento 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de usuários.</a:t>
              </a:r>
              <a:endParaRPr lang="pt-BR" sz="1400" b="1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b="1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Migração e validação de 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cadastros,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relatórios e integrações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b="1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endParaRPr lang="pt-BR" sz="1400" dirty="0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AC01683-32A6-35E0-5DF5-C832C9777C6E}"/>
              </a:ext>
            </a:extLst>
          </p:cNvPr>
          <p:cNvGrpSpPr/>
          <p:nvPr/>
        </p:nvGrpSpPr>
        <p:grpSpPr>
          <a:xfrm>
            <a:off x="4857689" y="1007726"/>
            <a:ext cx="2625488" cy="5305399"/>
            <a:chOff x="3337361" y="1360266"/>
            <a:chExt cx="2625488" cy="53053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D7D2A5-7F30-7D48-BA91-522CE5082F8B}"/>
                </a:ext>
              </a:extLst>
            </p:cNvPr>
            <p:cNvSpPr/>
            <p:nvPr/>
          </p:nvSpPr>
          <p:spPr>
            <a:xfrm>
              <a:off x="3339897" y="1974945"/>
              <a:ext cx="2622952" cy="4690720"/>
            </a:xfrm>
            <a:prstGeom prst="rect">
              <a:avLst/>
            </a:prstGeom>
            <a:solidFill>
              <a:srgbClr val="F9F9F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2">
                    <a:lumMod val="9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DFA7F7-CA92-664D-BE41-0DD85D7BEF0D}"/>
                </a:ext>
              </a:extLst>
            </p:cNvPr>
            <p:cNvSpPr/>
            <p:nvPr/>
          </p:nvSpPr>
          <p:spPr>
            <a:xfrm>
              <a:off x="3339897" y="1974944"/>
              <a:ext cx="2622952" cy="720090"/>
            </a:xfrm>
            <a:prstGeom prst="rect">
              <a:avLst/>
            </a:prstGeom>
            <a:gradFill flip="none" rotWithShape="1">
              <a:gsLst>
                <a:gs pos="0">
                  <a:srgbClr val="256961">
                    <a:shade val="30000"/>
                    <a:satMod val="115000"/>
                  </a:srgbClr>
                </a:gs>
                <a:gs pos="50000">
                  <a:srgbClr val="256961">
                    <a:shade val="67500"/>
                    <a:satMod val="115000"/>
                  </a:srgbClr>
                </a:gs>
                <a:gs pos="100000">
                  <a:srgbClr val="256961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E02D11D-2742-2B4A-A296-6BEC5E586E41}"/>
                </a:ext>
              </a:extLst>
            </p:cNvPr>
            <p:cNvSpPr/>
            <p:nvPr/>
          </p:nvSpPr>
          <p:spPr>
            <a:xfrm>
              <a:off x="3998688" y="1360266"/>
              <a:ext cx="1226220" cy="122622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rgbClr val="2569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FC6C5C-25E1-E049-AE8F-1BA097F7F43A}"/>
                </a:ext>
              </a:extLst>
            </p:cNvPr>
            <p:cNvSpPr txBox="1"/>
            <p:nvPr/>
          </p:nvSpPr>
          <p:spPr>
            <a:xfrm>
              <a:off x="3364557" y="2792037"/>
              <a:ext cx="259829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25696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Gestão</a:t>
              </a:r>
              <a:r>
                <a:rPr lang="en-US" sz="1600" b="1" dirty="0">
                  <a:solidFill>
                    <a:srgbClr val="25696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</a:t>
              </a:r>
              <a:r>
                <a:rPr lang="en-US" sz="1600" b="1" dirty="0" err="1">
                  <a:solidFill>
                    <a:srgbClr val="25696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Integrada</a:t>
              </a:r>
              <a:r>
                <a:rPr lang="en-US" sz="1600" b="1" dirty="0">
                  <a:solidFill>
                    <a:srgbClr val="25696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do </a:t>
              </a:r>
              <a:r>
                <a:rPr lang="en-US" sz="1600" b="1">
                  <a:solidFill>
                    <a:srgbClr val="25696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Projeto</a:t>
              </a:r>
              <a:endParaRPr lang="en-US" sz="1600" b="1" dirty="0">
                <a:solidFill>
                  <a:srgbClr val="2569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0B05ED1A-67E1-DC64-268B-30D7B3ABF098}"/>
                </a:ext>
              </a:extLst>
            </p:cNvPr>
            <p:cNvSpPr/>
            <p:nvPr/>
          </p:nvSpPr>
          <p:spPr>
            <a:xfrm>
              <a:off x="3941393" y="3242330"/>
              <a:ext cx="1419960" cy="137160"/>
            </a:xfrm>
            <a:prstGeom prst="rect">
              <a:avLst/>
            </a:prstGeom>
            <a:gradFill flip="none" rotWithShape="1">
              <a:gsLst>
                <a:gs pos="0">
                  <a:srgbClr val="256961">
                    <a:shade val="30000"/>
                    <a:satMod val="115000"/>
                  </a:srgbClr>
                </a:gs>
                <a:gs pos="50000">
                  <a:srgbClr val="256961">
                    <a:shade val="67500"/>
                    <a:satMod val="115000"/>
                  </a:srgbClr>
                </a:gs>
                <a:gs pos="100000">
                  <a:srgbClr val="256961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2569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72DA94D9-9274-C7CE-E62E-88DB6AEA00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1988" y="1563667"/>
              <a:ext cx="599620" cy="679711"/>
            </a:xfrm>
            <a:custGeom>
              <a:avLst/>
              <a:gdLst>
                <a:gd name="connsiteX0" fmla="*/ 216332 w 1093427"/>
                <a:gd name="connsiteY0" fmla="*/ 1190625 h 1239478"/>
                <a:gd name="connsiteX1" fmla="*/ 233701 w 1093427"/>
                <a:gd name="connsiteY1" fmla="*/ 1197916 h 1239478"/>
                <a:gd name="connsiteX2" fmla="*/ 240938 w 1093427"/>
                <a:gd name="connsiteY2" fmla="*/ 1215049 h 1239478"/>
                <a:gd name="connsiteX3" fmla="*/ 233701 w 1093427"/>
                <a:gd name="connsiteY3" fmla="*/ 1232547 h 1239478"/>
                <a:gd name="connsiteX4" fmla="*/ 216332 w 1093427"/>
                <a:gd name="connsiteY4" fmla="*/ 1239474 h 1239478"/>
                <a:gd name="connsiteX5" fmla="*/ 199324 w 1093427"/>
                <a:gd name="connsiteY5" fmla="*/ 1232547 h 1239478"/>
                <a:gd name="connsiteX6" fmla="*/ 192087 w 1093427"/>
                <a:gd name="connsiteY6" fmla="*/ 1215049 h 1239478"/>
                <a:gd name="connsiteX7" fmla="*/ 199324 w 1093427"/>
                <a:gd name="connsiteY7" fmla="*/ 1197916 h 1239478"/>
                <a:gd name="connsiteX8" fmla="*/ 216332 w 1093427"/>
                <a:gd name="connsiteY8" fmla="*/ 1190625 h 1239478"/>
                <a:gd name="connsiteX9" fmla="*/ 927894 w 1093427"/>
                <a:gd name="connsiteY9" fmla="*/ 1060450 h 1239478"/>
                <a:gd name="connsiteX10" fmla="*/ 944901 w 1093427"/>
                <a:gd name="connsiteY10" fmla="*/ 1067741 h 1239478"/>
                <a:gd name="connsiteX11" fmla="*/ 952138 w 1093427"/>
                <a:gd name="connsiteY11" fmla="*/ 1084874 h 1239478"/>
                <a:gd name="connsiteX12" fmla="*/ 944901 w 1093427"/>
                <a:gd name="connsiteY12" fmla="*/ 1102372 h 1239478"/>
                <a:gd name="connsiteX13" fmla="*/ 927894 w 1093427"/>
                <a:gd name="connsiteY13" fmla="*/ 1109299 h 1239478"/>
                <a:gd name="connsiteX14" fmla="*/ 910524 w 1093427"/>
                <a:gd name="connsiteY14" fmla="*/ 1102372 h 1239478"/>
                <a:gd name="connsiteX15" fmla="*/ 903287 w 1093427"/>
                <a:gd name="connsiteY15" fmla="*/ 1084874 h 1239478"/>
                <a:gd name="connsiteX16" fmla="*/ 910524 w 1093427"/>
                <a:gd name="connsiteY16" fmla="*/ 1067741 h 1239478"/>
                <a:gd name="connsiteX17" fmla="*/ 927894 w 1093427"/>
                <a:gd name="connsiteY17" fmla="*/ 1060450 h 1239478"/>
                <a:gd name="connsiteX18" fmla="*/ 753142 w 1093427"/>
                <a:gd name="connsiteY18" fmla="*/ 1060450 h 1239478"/>
                <a:gd name="connsiteX19" fmla="*/ 835944 w 1093427"/>
                <a:gd name="connsiteY19" fmla="*/ 1060450 h 1239478"/>
                <a:gd name="connsiteX20" fmla="*/ 860065 w 1093427"/>
                <a:gd name="connsiteY20" fmla="*/ 1084874 h 1239478"/>
                <a:gd name="connsiteX21" fmla="*/ 835944 w 1093427"/>
                <a:gd name="connsiteY21" fmla="*/ 1109299 h 1239478"/>
                <a:gd name="connsiteX22" fmla="*/ 753142 w 1093427"/>
                <a:gd name="connsiteY22" fmla="*/ 1109299 h 1239478"/>
                <a:gd name="connsiteX23" fmla="*/ 728662 w 1093427"/>
                <a:gd name="connsiteY23" fmla="*/ 1084874 h 1239478"/>
                <a:gd name="connsiteX24" fmla="*/ 753142 w 1093427"/>
                <a:gd name="connsiteY24" fmla="*/ 1060450 h 1239478"/>
                <a:gd name="connsiteX25" fmla="*/ 463842 w 1093427"/>
                <a:gd name="connsiteY25" fmla="*/ 844951 h 1239478"/>
                <a:gd name="connsiteX26" fmla="*/ 463842 w 1093427"/>
                <a:gd name="connsiteY26" fmla="*/ 917678 h 1239478"/>
                <a:gd name="connsiteX27" fmla="*/ 497725 w 1093427"/>
                <a:gd name="connsiteY27" fmla="*/ 951161 h 1239478"/>
                <a:gd name="connsiteX28" fmla="*/ 604421 w 1093427"/>
                <a:gd name="connsiteY28" fmla="*/ 951161 h 1239478"/>
                <a:gd name="connsiteX29" fmla="*/ 638305 w 1093427"/>
                <a:gd name="connsiteY29" fmla="*/ 917678 h 1239478"/>
                <a:gd name="connsiteX30" fmla="*/ 638305 w 1093427"/>
                <a:gd name="connsiteY30" fmla="*/ 844951 h 1239478"/>
                <a:gd name="connsiteX31" fmla="*/ 280557 w 1093427"/>
                <a:gd name="connsiteY31" fmla="*/ 831046 h 1239478"/>
                <a:gd name="connsiteX32" fmla="*/ 310373 w 1093427"/>
                <a:gd name="connsiteY32" fmla="*/ 847239 h 1239478"/>
                <a:gd name="connsiteX33" fmla="*/ 293849 w 1093427"/>
                <a:gd name="connsiteY33" fmla="*/ 877467 h 1239478"/>
                <a:gd name="connsiteX34" fmla="*/ 178177 w 1093427"/>
                <a:gd name="connsiteY34" fmla="*/ 910933 h 1239478"/>
                <a:gd name="connsiteX35" fmla="*/ 48496 w 1093427"/>
                <a:gd name="connsiteY35" fmla="*/ 1083303 h 1239478"/>
                <a:gd name="connsiteX36" fmla="*/ 48496 w 1093427"/>
                <a:gd name="connsiteY36" fmla="*/ 1191258 h 1239478"/>
                <a:gd name="connsiteX37" fmla="*/ 116031 w 1093427"/>
                <a:gd name="connsiteY37" fmla="*/ 1191258 h 1239478"/>
                <a:gd name="connsiteX38" fmla="*/ 140099 w 1093427"/>
                <a:gd name="connsiteY38" fmla="*/ 1215368 h 1239478"/>
                <a:gd name="connsiteX39" fmla="*/ 116031 w 1093427"/>
                <a:gd name="connsiteY39" fmla="*/ 1239478 h 1239478"/>
                <a:gd name="connsiteX40" fmla="*/ 24068 w 1093427"/>
                <a:gd name="connsiteY40" fmla="*/ 1239478 h 1239478"/>
                <a:gd name="connsiteX41" fmla="*/ 0 w 1093427"/>
                <a:gd name="connsiteY41" fmla="*/ 1215368 h 1239478"/>
                <a:gd name="connsiteX42" fmla="*/ 0 w 1093427"/>
                <a:gd name="connsiteY42" fmla="*/ 1083303 h 1239478"/>
                <a:gd name="connsiteX43" fmla="*/ 45981 w 1093427"/>
                <a:gd name="connsiteY43" fmla="*/ 946199 h 1239478"/>
                <a:gd name="connsiteX44" fmla="*/ 164527 w 1093427"/>
                <a:gd name="connsiteY44" fmla="*/ 864152 h 1239478"/>
                <a:gd name="connsiteX45" fmla="*/ 796541 w 1093427"/>
                <a:gd name="connsiteY45" fmla="*/ 825924 h 1239478"/>
                <a:gd name="connsiteX46" fmla="*/ 928611 w 1093427"/>
                <a:gd name="connsiteY46" fmla="*/ 864076 h 1239478"/>
                <a:gd name="connsiteX47" fmla="*/ 1047725 w 1093427"/>
                <a:gd name="connsiteY47" fmla="*/ 946139 h 1239478"/>
                <a:gd name="connsiteX48" fmla="*/ 1093427 w 1093427"/>
                <a:gd name="connsiteY48" fmla="*/ 1083271 h 1239478"/>
                <a:gd name="connsiteX49" fmla="*/ 1093427 w 1093427"/>
                <a:gd name="connsiteY49" fmla="*/ 1215363 h 1239478"/>
                <a:gd name="connsiteX50" fmla="*/ 1069317 w 1093427"/>
                <a:gd name="connsiteY50" fmla="*/ 1239478 h 1239478"/>
                <a:gd name="connsiteX51" fmla="*/ 311448 w 1093427"/>
                <a:gd name="connsiteY51" fmla="*/ 1239478 h 1239478"/>
                <a:gd name="connsiteX52" fmla="*/ 287337 w 1093427"/>
                <a:gd name="connsiteY52" fmla="*/ 1215363 h 1239478"/>
                <a:gd name="connsiteX53" fmla="*/ 311448 w 1093427"/>
                <a:gd name="connsiteY53" fmla="*/ 1191248 h 1239478"/>
                <a:gd name="connsiteX54" fmla="*/ 1045206 w 1093427"/>
                <a:gd name="connsiteY54" fmla="*/ 1191248 h 1239478"/>
                <a:gd name="connsiteX55" fmla="*/ 1045206 w 1093427"/>
                <a:gd name="connsiteY55" fmla="*/ 1083271 h 1239478"/>
                <a:gd name="connsiteX56" fmla="*/ 915296 w 1093427"/>
                <a:gd name="connsiteY56" fmla="*/ 910866 h 1239478"/>
                <a:gd name="connsiteX57" fmla="*/ 782866 w 1093427"/>
                <a:gd name="connsiteY57" fmla="*/ 872354 h 1239478"/>
                <a:gd name="connsiteX58" fmla="*/ 766673 w 1093427"/>
                <a:gd name="connsiteY58" fmla="*/ 842481 h 1239478"/>
                <a:gd name="connsiteX59" fmla="*/ 796541 w 1093427"/>
                <a:gd name="connsiteY59" fmla="*/ 825924 h 1239478"/>
                <a:gd name="connsiteX60" fmla="*/ 546100 w 1093427"/>
                <a:gd name="connsiteY60" fmla="*/ 445197 h 1239478"/>
                <a:gd name="connsiteX61" fmla="*/ 521517 w 1093427"/>
                <a:gd name="connsiteY61" fmla="*/ 469719 h 1239478"/>
                <a:gd name="connsiteX62" fmla="*/ 546100 w 1093427"/>
                <a:gd name="connsiteY62" fmla="*/ 493881 h 1239478"/>
                <a:gd name="connsiteX63" fmla="*/ 570321 w 1093427"/>
                <a:gd name="connsiteY63" fmla="*/ 469719 h 1239478"/>
                <a:gd name="connsiteX64" fmla="*/ 546100 w 1093427"/>
                <a:gd name="connsiteY64" fmla="*/ 445197 h 1239478"/>
                <a:gd name="connsiteX65" fmla="*/ 546100 w 1093427"/>
                <a:gd name="connsiteY65" fmla="*/ 396875 h 1239478"/>
                <a:gd name="connsiteX66" fmla="*/ 618763 w 1093427"/>
                <a:gd name="connsiteY66" fmla="*/ 469719 h 1239478"/>
                <a:gd name="connsiteX67" fmla="*/ 546100 w 1093427"/>
                <a:gd name="connsiteY67" fmla="*/ 542564 h 1239478"/>
                <a:gd name="connsiteX68" fmla="*/ 473075 w 1093427"/>
                <a:gd name="connsiteY68" fmla="*/ 469719 h 1239478"/>
                <a:gd name="connsiteX69" fmla="*/ 546100 w 1093427"/>
                <a:gd name="connsiteY69" fmla="*/ 396875 h 1239478"/>
                <a:gd name="connsiteX70" fmla="*/ 548910 w 1093427"/>
                <a:gd name="connsiteY70" fmla="*/ 179253 h 1239478"/>
                <a:gd name="connsiteX71" fmla="*/ 410854 w 1093427"/>
                <a:gd name="connsiteY71" fmla="*/ 214896 h 1239478"/>
                <a:gd name="connsiteX72" fmla="*/ 324344 w 1093427"/>
                <a:gd name="connsiteY72" fmla="*/ 302744 h 1239478"/>
                <a:gd name="connsiteX73" fmla="*/ 364715 w 1093427"/>
                <a:gd name="connsiteY73" fmla="*/ 618132 h 1239478"/>
                <a:gd name="connsiteX74" fmla="*/ 435005 w 1093427"/>
                <a:gd name="connsiteY74" fmla="*/ 792387 h 1239478"/>
                <a:gd name="connsiteX75" fmla="*/ 438970 w 1093427"/>
                <a:gd name="connsiteY75" fmla="*/ 796347 h 1239478"/>
                <a:gd name="connsiteX76" fmla="*/ 524039 w 1093427"/>
                <a:gd name="connsiteY76" fmla="*/ 796347 h 1239478"/>
                <a:gd name="connsiteX77" fmla="*/ 524039 w 1093427"/>
                <a:gd name="connsiteY77" fmla="*/ 619572 h 1239478"/>
                <a:gd name="connsiteX78" fmla="*/ 548190 w 1093427"/>
                <a:gd name="connsiteY78" fmla="*/ 595450 h 1239478"/>
                <a:gd name="connsiteX79" fmla="*/ 572340 w 1093427"/>
                <a:gd name="connsiteY79" fmla="*/ 619572 h 1239478"/>
                <a:gd name="connsiteX80" fmla="*/ 572340 w 1093427"/>
                <a:gd name="connsiteY80" fmla="*/ 796347 h 1239478"/>
                <a:gd name="connsiteX81" fmla="*/ 658130 w 1093427"/>
                <a:gd name="connsiteY81" fmla="*/ 796347 h 1239478"/>
                <a:gd name="connsiteX82" fmla="*/ 662095 w 1093427"/>
                <a:gd name="connsiteY82" fmla="*/ 792387 h 1239478"/>
                <a:gd name="connsiteX83" fmla="*/ 732745 w 1093427"/>
                <a:gd name="connsiteY83" fmla="*/ 617771 h 1239478"/>
                <a:gd name="connsiteX84" fmla="*/ 807000 w 1093427"/>
                <a:gd name="connsiteY84" fmla="*/ 437036 h 1239478"/>
                <a:gd name="connsiteX85" fmla="*/ 681920 w 1093427"/>
                <a:gd name="connsiteY85" fmla="*/ 216337 h 1239478"/>
                <a:gd name="connsiteX86" fmla="*/ 548910 w 1093427"/>
                <a:gd name="connsiteY86" fmla="*/ 179253 h 1239478"/>
                <a:gd name="connsiteX87" fmla="*/ 552019 w 1093427"/>
                <a:gd name="connsiteY87" fmla="*/ 130649 h 1239478"/>
                <a:gd name="connsiteX88" fmla="*/ 707152 w 1093427"/>
                <a:gd name="connsiteY88" fmla="*/ 174933 h 1239478"/>
                <a:gd name="connsiteX89" fmla="*/ 814569 w 1093427"/>
                <a:gd name="connsiteY89" fmla="*/ 284382 h 1239478"/>
                <a:gd name="connsiteX90" fmla="*/ 855301 w 1093427"/>
                <a:gd name="connsiteY90" fmla="*/ 437036 h 1239478"/>
                <a:gd name="connsiteX91" fmla="*/ 767349 w 1093427"/>
                <a:gd name="connsiteY91" fmla="*/ 651974 h 1239478"/>
                <a:gd name="connsiteX92" fmla="*/ 710397 w 1093427"/>
                <a:gd name="connsiteY92" fmla="*/ 792387 h 1239478"/>
                <a:gd name="connsiteX93" fmla="*/ 686606 w 1093427"/>
                <a:gd name="connsiteY93" fmla="*/ 836311 h 1239478"/>
                <a:gd name="connsiteX94" fmla="*/ 686606 w 1093427"/>
                <a:gd name="connsiteY94" fmla="*/ 917678 h 1239478"/>
                <a:gd name="connsiteX95" fmla="*/ 604421 w 1093427"/>
                <a:gd name="connsiteY95" fmla="*/ 999765 h 1239478"/>
                <a:gd name="connsiteX96" fmla="*/ 497725 w 1093427"/>
                <a:gd name="connsiteY96" fmla="*/ 999765 h 1239478"/>
                <a:gd name="connsiteX97" fmla="*/ 415180 w 1093427"/>
                <a:gd name="connsiteY97" fmla="*/ 917678 h 1239478"/>
                <a:gd name="connsiteX98" fmla="*/ 415180 w 1093427"/>
                <a:gd name="connsiteY98" fmla="*/ 838831 h 1239478"/>
                <a:gd name="connsiteX99" fmla="*/ 386703 w 1093427"/>
                <a:gd name="connsiteY99" fmla="*/ 792387 h 1239478"/>
                <a:gd name="connsiteX100" fmla="*/ 329751 w 1093427"/>
                <a:gd name="connsiteY100" fmla="*/ 651974 h 1239478"/>
                <a:gd name="connsiteX101" fmla="*/ 245764 w 1093427"/>
                <a:gd name="connsiteY101" fmla="*/ 485640 h 1239478"/>
                <a:gd name="connsiteX102" fmla="*/ 281089 w 1093427"/>
                <a:gd name="connsiteY102" fmla="*/ 280422 h 1239478"/>
                <a:gd name="connsiteX103" fmla="*/ 388506 w 1093427"/>
                <a:gd name="connsiteY103" fmla="*/ 171693 h 1239478"/>
                <a:gd name="connsiteX104" fmla="*/ 552019 w 1093427"/>
                <a:gd name="connsiteY104" fmla="*/ 130649 h 1239478"/>
                <a:gd name="connsiteX105" fmla="*/ 755759 w 1093427"/>
                <a:gd name="connsiteY105" fmla="*/ 35763 h 1239478"/>
                <a:gd name="connsiteX106" fmla="*/ 772993 w 1093427"/>
                <a:gd name="connsiteY106" fmla="*/ 43037 h 1239478"/>
                <a:gd name="connsiteX107" fmla="*/ 772993 w 1093427"/>
                <a:gd name="connsiteY107" fmla="*/ 77162 h 1239478"/>
                <a:gd name="connsiteX108" fmla="*/ 725844 w 1093427"/>
                <a:gd name="connsiteY108" fmla="*/ 124219 h 1239478"/>
                <a:gd name="connsiteX109" fmla="*/ 709057 w 1093427"/>
                <a:gd name="connsiteY109" fmla="*/ 131404 h 1239478"/>
                <a:gd name="connsiteX110" fmla="*/ 691912 w 1093427"/>
                <a:gd name="connsiteY110" fmla="*/ 124219 h 1239478"/>
                <a:gd name="connsiteX111" fmla="*/ 691912 w 1093427"/>
                <a:gd name="connsiteY111" fmla="*/ 90094 h 1239478"/>
                <a:gd name="connsiteX112" fmla="*/ 739060 w 1093427"/>
                <a:gd name="connsiteY112" fmla="*/ 43037 h 1239478"/>
                <a:gd name="connsiteX113" fmla="*/ 755759 w 1093427"/>
                <a:gd name="connsiteY113" fmla="*/ 35763 h 1239478"/>
                <a:gd name="connsiteX114" fmla="*/ 337725 w 1093427"/>
                <a:gd name="connsiteY114" fmla="*/ 35754 h 1239478"/>
                <a:gd name="connsiteX115" fmla="*/ 354899 w 1093427"/>
                <a:gd name="connsiteY115" fmla="*/ 43001 h 1239478"/>
                <a:gd name="connsiteX116" fmla="*/ 402626 w 1093427"/>
                <a:gd name="connsiteY116" fmla="*/ 90245 h 1239478"/>
                <a:gd name="connsiteX117" fmla="*/ 402626 w 1093427"/>
                <a:gd name="connsiteY117" fmla="*/ 124247 h 1239478"/>
                <a:gd name="connsiteX118" fmla="*/ 385632 w 1093427"/>
                <a:gd name="connsiteY118" fmla="*/ 131405 h 1239478"/>
                <a:gd name="connsiteX119" fmla="*/ 368277 w 1093427"/>
                <a:gd name="connsiteY119" fmla="*/ 124247 h 1239478"/>
                <a:gd name="connsiteX120" fmla="*/ 320551 w 1093427"/>
                <a:gd name="connsiteY120" fmla="*/ 76645 h 1239478"/>
                <a:gd name="connsiteX121" fmla="*/ 320551 w 1093427"/>
                <a:gd name="connsiteY121" fmla="*/ 43001 h 1239478"/>
                <a:gd name="connsiteX122" fmla="*/ 337725 w 1093427"/>
                <a:gd name="connsiteY122" fmla="*/ 35754 h 1239478"/>
                <a:gd name="connsiteX123" fmla="*/ 548481 w 1093427"/>
                <a:gd name="connsiteY123" fmla="*/ 0 h 1239478"/>
                <a:gd name="connsiteX124" fmla="*/ 572725 w 1093427"/>
                <a:gd name="connsiteY124" fmla="*/ 24067 h 1239478"/>
                <a:gd name="connsiteX125" fmla="*/ 572725 w 1093427"/>
                <a:gd name="connsiteY125" fmla="*/ 73998 h 1239478"/>
                <a:gd name="connsiteX126" fmla="*/ 548481 w 1093427"/>
                <a:gd name="connsiteY126" fmla="*/ 98066 h 1239478"/>
                <a:gd name="connsiteX127" fmla="*/ 523875 w 1093427"/>
                <a:gd name="connsiteY127" fmla="*/ 73998 h 1239478"/>
                <a:gd name="connsiteX128" fmla="*/ 523875 w 1093427"/>
                <a:gd name="connsiteY128" fmla="*/ 24067 h 1239478"/>
                <a:gd name="connsiteX129" fmla="*/ 548481 w 1093427"/>
                <a:gd name="connsiteY129" fmla="*/ 0 h 123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1093427" h="1239478">
                  <a:moveTo>
                    <a:pt x="216332" y="1190625"/>
                  </a:moveTo>
                  <a:cubicBezTo>
                    <a:pt x="222845" y="1190625"/>
                    <a:pt x="228997" y="1193542"/>
                    <a:pt x="233701" y="1197916"/>
                  </a:cubicBezTo>
                  <a:cubicBezTo>
                    <a:pt x="238043" y="1202291"/>
                    <a:pt x="240938" y="1208852"/>
                    <a:pt x="240938" y="1215049"/>
                  </a:cubicBezTo>
                  <a:cubicBezTo>
                    <a:pt x="240938" y="1221611"/>
                    <a:pt x="238043" y="1227808"/>
                    <a:pt x="233701" y="1232547"/>
                  </a:cubicBezTo>
                  <a:cubicBezTo>
                    <a:pt x="228997" y="1236922"/>
                    <a:pt x="222845" y="1239474"/>
                    <a:pt x="216332" y="1239474"/>
                  </a:cubicBezTo>
                  <a:cubicBezTo>
                    <a:pt x="209818" y="1239474"/>
                    <a:pt x="203666" y="1236922"/>
                    <a:pt x="199324" y="1232547"/>
                  </a:cubicBezTo>
                  <a:cubicBezTo>
                    <a:pt x="194620" y="1227808"/>
                    <a:pt x="192087" y="1221611"/>
                    <a:pt x="192087" y="1215049"/>
                  </a:cubicBezTo>
                  <a:cubicBezTo>
                    <a:pt x="192087" y="1208852"/>
                    <a:pt x="194620" y="1202291"/>
                    <a:pt x="199324" y="1197916"/>
                  </a:cubicBezTo>
                  <a:cubicBezTo>
                    <a:pt x="203666" y="1193542"/>
                    <a:pt x="209818" y="1190625"/>
                    <a:pt x="216332" y="1190625"/>
                  </a:cubicBezTo>
                  <a:close/>
                  <a:moveTo>
                    <a:pt x="927894" y="1060450"/>
                  </a:moveTo>
                  <a:cubicBezTo>
                    <a:pt x="934045" y="1060450"/>
                    <a:pt x="940559" y="1063002"/>
                    <a:pt x="944901" y="1067741"/>
                  </a:cubicBezTo>
                  <a:cubicBezTo>
                    <a:pt x="949605" y="1072116"/>
                    <a:pt x="952138" y="1078677"/>
                    <a:pt x="952138" y="1084874"/>
                  </a:cubicBezTo>
                  <a:cubicBezTo>
                    <a:pt x="952138" y="1091436"/>
                    <a:pt x="949605" y="1097633"/>
                    <a:pt x="944901" y="1102372"/>
                  </a:cubicBezTo>
                  <a:cubicBezTo>
                    <a:pt x="940559" y="1106747"/>
                    <a:pt x="934045" y="1109299"/>
                    <a:pt x="927894" y="1109299"/>
                  </a:cubicBezTo>
                  <a:cubicBezTo>
                    <a:pt x="921380" y="1109299"/>
                    <a:pt x="915229" y="1106747"/>
                    <a:pt x="910524" y="1102372"/>
                  </a:cubicBezTo>
                  <a:cubicBezTo>
                    <a:pt x="906182" y="1097633"/>
                    <a:pt x="903287" y="1091436"/>
                    <a:pt x="903287" y="1084874"/>
                  </a:cubicBezTo>
                  <a:cubicBezTo>
                    <a:pt x="903287" y="1078677"/>
                    <a:pt x="906182" y="1072116"/>
                    <a:pt x="910524" y="1067741"/>
                  </a:cubicBezTo>
                  <a:cubicBezTo>
                    <a:pt x="915229" y="1063002"/>
                    <a:pt x="921380" y="1060450"/>
                    <a:pt x="927894" y="1060450"/>
                  </a:cubicBezTo>
                  <a:close/>
                  <a:moveTo>
                    <a:pt x="753142" y="1060450"/>
                  </a:moveTo>
                  <a:lnTo>
                    <a:pt x="835944" y="1060450"/>
                  </a:lnTo>
                  <a:cubicBezTo>
                    <a:pt x="849265" y="1060450"/>
                    <a:pt x="860065" y="1071386"/>
                    <a:pt x="860065" y="1084874"/>
                  </a:cubicBezTo>
                  <a:cubicBezTo>
                    <a:pt x="860065" y="1098362"/>
                    <a:pt x="849265" y="1109299"/>
                    <a:pt x="835944" y="1109299"/>
                  </a:cubicBezTo>
                  <a:lnTo>
                    <a:pt x="753142" y="1109299"/>
                  </a:lnTo>
                  <a:cubicBezTo>
                    <a:pt x="739462" y="1109299"/>
                    <a:pt x="728662" y="1098362"/>
                    <a:pt x="728662" y="1084874"/>
                  </a:cubicBezTo>
                  <a:cubicBezTo>
                    <a:pt x="728662" y="1071386"/>
                    <a:pt x="739462" y="1060450"/>
                    <a:pt x="753142" y="1060450"/>
                  </a:cubicBezTo>
                  <a:close/>
                  <a:moveTo>
                    <a:pt x="463842" y="844951"/>
                  </a:moveTo>
                  <a:lnTo>
                    <a:pt x="463842" y="917678"/>
                  </a:lnTo>
                  <a:cubicBezTo>
                    <a:pt x="463842" y="936039"/>
                    <a:pt x="478981" y="951161"/>
                    <a:pt x="497725" y="951161"/>
                  </a:cubicBezTo>
                  <a:lnTo>
                    <a:pt x="604421" y="951161"/>
                  </a:lnTo>
                  <a:cubicBezTo>
                    <a:pt x="623165" y="951161"/>
                    <a:pt x="638305" y="936039"/>
                    <a:pt x="638305" y="917678"/>
                  </a:cubicBezTo>
                  <a:lnTo>
                    <a:pt x="638305" y="844951"/>
                  </a:lnTo>
                  <a:close/>
                  <a:moveTo>
                    <a:pt x="280557" y="831046"/>
                  </a:moveTo>
                  <a:cubicBezTo>
                    <a:pt x="293130" y="827088"/>
                    <a:pt x="306781" y="834645"/>
                    <a:pt x="310373" y="847239"/>
                  </a:cubicBezTo>
                  <a:cubicBezTo>
                    <a:pt x="313966" y="860194"/>
                    <a:pt x="306781" y="873509"/>
                    <a:pt x="293849" y="877467"/>
                  </a:cubicBezTo>
                  <a:lnTo>
                    <a:pt x="178177" y="910933"/>
                  </a:lnTo>
                  <a:cubicBezTo>
                    <a:pt x="101662" y="932884"/>
                    <a:pt x="48496" y="1003775"/>
                    <a:pt x="48496" y="1083303"/>
                  </a:cubicBezTo>
                  <a:lnTo>
                    <a:pt x="48496" y="1191258"/>
                  </a:lnTo>
                  <a:lnTo>
                    <a:pt x="116031" y="1191258"/>
                  </a:lnTo>
                  <a:cubicBezTo>
                    <a:pt x="129322" y="1191258"/>
                    <a:pt x="140099" y="1202054"/>
                    <a:pt x="140099" y="1215368"/>
                  </a:cubicBezTo>
                  <a:cubicBezTo>
                    <a:pt x="140099" y="1228683"/>
                    <a:pt x="129322" y="1239478"/>
                    <a:pt x="116031" y="1239478"/>
                  </a:cubicBezTo>
                  <a:lnTo>
                    <a:pt x="24068" y="1239478"/>
                  </a:lnTo>
                  <a:cubicBezTo>
                    <a:pt x="10777" y="1239478"/>
                    <a:pt x="0" y="1228683"/>
                    <a:pt x="0" y="1215368"/>
                  </a:cubicBezTo>
                  <a:lnTo>
                    <a:pt x="0" y="1083303"/>
                  </a:lnTo>
                  <a:cubicBezTo>
                    <a:pt x="0" y="1033643"/>
                    <a:pt x="15806" y="986142"/>
                    <a:pt x="45981" y="946199"/>
                  </a:cubicBezTo>
                  <a:cubicBezTo>
                    <a:pt x="75438" y="906255"/>
                    <a:pt x="116749" y="878187"/>
                    <a:pt x="164527" y="864152"/>
                  </a:cubicBezTo>
                  <a:close/>
                  <a:moveTo>
                    <a:pt x="796541" y="825924"/>
                  </a:moveTo>
                  <a:lnTo>
                    <a:pt x="928611" y="864076"/>
                  </a:lnTo>
                  <a:cubicBezTo>
                    <a:pt x="976472" y="878113"/>
                    <a:pt x="1017856" y="906187"/>
                    <a:pt x="1047725" y="946139"/>
                  </a:cubicBezTo>
                  <a:cubicBezTo>
                    <a:pt x="1077593" y="986091"/>
                    <a:pt x="1093427" y="1033601"/>
                    <a:pt x="1093427" y="1083271"/>
                  </a:cubicBezTo>
                  <a:lnTo>
                    <a:pt x="1093427" y="1215363"/>
                  </a:lnTo>
                  <a:cubicBezTo>
                    <a:pt x="1093427" y="1228681"/>
                    <a:pt x="1082631" y="1239478"/>
                    <a:pt x="1069317" y="1239478"/>
                  </a:cubicBezTo>
                  <a:lnTo>
                    <a:pt x="311448" y="1239478"/>
                  </a:lnTo>
                  <a:cubicBezTo>
                    <a:pt x="298133" y="1239478"/>
                    <a:pt x="287337" y="1228681"/>
                    <a:pt x="287337" y="1215363"/>
                  </a:cubicBezTo>
                  <a:cubicBezTo>
                    <a:pt x="287337" y="1202046"/>
                    <a:pt x="298133" y="1191248"/>
                    <a:pt x="311448" y="1191248"/>
                  </a:cubicBezTo>
                  <a:lnTo>
                    <a:pt x="1045206" y="1191248"/>
                  </a:lnTo>
                  <a:lnTo>
                    <a:pt x="1045206" y="1083271"/>
                  </a:lnTo>
                  <a:cubicBezTo>
                    <a:pt x="1045206" y="1003727"/>
                    <a:pt x="991586" y="932822"/>
                    <a:pt x="915296" y="910866"/>
                  </a:cubicBezTo>
                  <a:lnTo>
                    <a:pt x="782866" y="872354"/>
                  </a:lnTo>
                  <a:cubicBezTo>
                    <a:pt x="770271" y="868755"/>
                    <a:pt x="762714" y="855438"/>
                    <a:pt x="766673" y="842481"/>
                  </a:cubicBezTo>
                  <a:cubicBezTo>
                    <a:pt x="770271" y="829883"/>
                    <a:pt x="783586" y="822325"/>
                    <a:pt x="796541" y="825924"/>
                  </a:cubicBezTo>
                  <a:close/>
                  <a:moveTo>
                    <a:pt x="546100" y="445197"/>
                  </a:moveTo>
                  <a:cubicBezTo>
                    <a:pt x="532362" y="445197"/>
                    <a:pt x="521517" y="456016"/>
                    <a:pt x="521517" y="469719"/>
                  </a:cubicBezTo>
                  <a:cubicBezTo>
                    <a:pt x="521517" y="483062"/>
                    <a:pt x="532362" y="493881"/>
                    <a:pt x="546100" y="493881"/>
                  </a:cubicBezTo>
                  <a:cubicBezTo>
                    <a:pt x="559114" y="493881"/>
                    <a:pt x="570321" y="483062"/>
                    <a:pt x="570321" y="469719"/>
                  </a:cubicBezTo>
                  <a:cubicBezTo>
                    <a:pt x="570321" y="456016"/>
                    <a:pt x="559114" y="445197"/>
                    <a:pt x="546100" y="445197"/>
                  </a:cubicBezTo>
                  <a:close/>
                  <a:moveTo>
                    <a:pt x="546100" y="396875"/>
                  </a:moveTo>
                  <a:cubicBezTo>
                    <a:pt x="586227" y="396875"/>
                    <a:pt x="618763" y="429691"/>
                    <a:pt x="618763" y="469719"/>
                  </a:cubicBezTo>
                  <a:cubicBezTo>
                    <a:pt x="618763" y="509748"/>
                    <a:pt x="586227" y="542564"/>
                    <a:pt x="546100" y="542564"/>
                  </a:cubicBezTo>
                  <a:cubicBezTo>
                    <a:pt x="505972" y="542564"/>
                    <a:pt x="473075" y="509748"/>
                    <a:pt x="473075" y="469719"/>
                  </a:cubicBezTo>
                  <a:cubicBezTo>
                    <a:pt x="473075" y="429691"/>
                    <a:pt x="505972" y="396875"/>
                    <a:pt x="546100" y="396875"/>
                  </a:cubicBezTo>
                  <a:close/>
                  <a:moveTo>
                    <a:pt x="548910" y="179253"/>
                  </a:moveTo>
                  <a:cubicBezTo>
                    <a:pt x="503132" y="179253"/>
                    <a:pt x="456272" y="191134"/>
                    <a:pt x="410854" y="214896"/>
                  </a:cubicBezTo>
                  <a:cubicBezTo>
                    <a:pt x="374087" y="234338"/>
                    <a:pt x="343809" y="264581"/>
                    <a:pt x="324344" y="302744"/>
                  </a:cubicBezTo>
                  <a:cubicBezTo>
                    <a:pt x="255857" y="435956"/>
                    <a:pt x="300193" y="552966"/>
                    <a:pt x="364715" y="618132"/>
                  </a:cubicBezTo>
                  <a:cubicBezTo>
                    <a:pt x="410133" y="664216"/>
                    <a:pt x="435005" y="726141"/>
                    <a:pt x="435005" y="792387"/>
                  </a:cubicBezTo>
                  <a:cubicBezTo>
                    <a:pt x="435005" y="794547"/>
                    <a:pt x="436807" y="796347"/>
                    <a:pt x="438970" y="796347"/>
                  </a:cubicBezTo>
                  <a:lnTo>
                    <a:pt x="524039" y="796347"/>
                  </a:lnTo>
                  <a:lnTo>
                    <a:pt x="524039" y="619572"/>
                  </a:lnTo>
                  <a:cubicBezTo>
                    <a:pt x="524039" y="606250"/>
                    <a:pt x="534853" y="595450"/>
                    <a:pt x="548190" y="595450"/>
                  </a:cubicBezTo>
                  <a:cubicBezTo>
                    <a:pt x="561887" y="595450"/>
                    <a:pt x="572340" y="606250"/>
                    <a:pt x="572340" y="619572"/>
                  </a:cubicBezTo>
                  <a:lnTo>
                    <a:pt x="572340" y="796347"/>
                  </a:lnTo>
                  <a:lnTo>
                    <a:pt x="658130" y="796347"/>
                  </a:lnTo>
                  <a:cubicBezTo>
                    <a:pt x="660293" y="796347"/>
                    <a:pt x="662095" y="794547"/>
                    <a:pt x="662095" y="792387"/>
                  </a:cubicBezTo>
                  <a:cubicBezTo>
                    <a:pt x="662095" y="726141"/>
                    <a:pt x="686967" y="664216"/>
                    <a:pt x="732745" y="617771"/>
                  </a:cubicBezTo>
                  <a:cubicBezTo>
                    <a:pt x="780326" y="569527"/>
                    <a:pt x="807000" y="505082"/>
                    <a:pt x="807000" y="437036"/>
                  </a:cubicBezTo>
                  <a:cubicBezTo>
                    <a:pt x="807000" y="345948"/>
                    <a:pt x="760140" y="263501"/>
                    <a:pt x="681920" y="216337"/>
                  </a:cubicBezTo>
                  <a:cubicBezTo>
                    <a:pt x="641188" y="191494"/>
                    <a:pt x="595770" y="179253"/>
                    <a:pt x="548910" y="179253"/>
                  </a:cubicBezTo>
                  <a:close/>
                  <a:moveTo>
                    <a:pt x="552019" y="130649"/>
                  </a:moveTo>
                  <a:cubicBezTo>
                    <a:pt x="606404" y="131189"/>
                    <a:pt x="659391" y="145950"/>
                    <a:pt x="707152" y="174933"/>
                  </a:cubicBezTo>
                  <a:cubicBezTo>
                    <a:pt x="751489" y="201575"/>
                    <a:pt x="788616" y="239739"/>
                    <a:pt x="814569" y="284382"/>
                  </a:cubicBezTo>
                  <a:cubicBezTo>
                    <a:pt x="841243" y="330826"/>
                    <a:pt x="855301" y="383391"/>
                    <a:pt x="855301" y="437036"/>
                  </a:cubicBezTo>
                  <a:cubicBezTo>
                    <a:pt x="855301" y="518043"/>
                    <a:pt x="823941" y="594009"/>
                    <a:pt x="767349" y="651974"/>
                  </a:cubicBezTo>
                  <a:cubicBezTo>
                    <a:pt x="730582" y="689058"/>
                    <a:pt x="710397" y="739102"/>
                    <a:pt x="710397" y="792387"/>
                  </a:cubicBezTo>
                  <a:cubicBezTo>
                    <a:pt x="710397" y="810748"/>
                    <a:pt x="701025" y="826950"/>
                    <a:pt x="686606" y="836311"/>
                  </a:cubicBezTo>
                  <a:lnTo>
                    <a:pt x="686606" y="917678"/>
                  </a:lnTo>
                  <a:cubicBezTo>
                    <a:pt x="686606" y="963042"/>
                    <a:pt x="649839" y="999765"/>
                    <a:pt x="604421" y="999765"/>
                  </a:cubicBezTo>
                  <a:lnTo>
                    <a:pt x="497725" y="999765"/>
                  </a:lnTo>
                  <a:cubicBezTo>
                    <a:pt x="452307" y="999765"/>
                    <a:pt x="415180" y="963042"/>
                    <a:pt x="415180" y="917678"/>
                  </a:cubicBezTo>
                  <a:lnTo>
                    <a:pt x="415180" y="838831"/>
                  </a:lnTo>
                  <a:cubicBezTo>
                    <a:pt x="398238" y="830550"/>
                    <a:pt x="386703" y="812908"/>
                    <a:pt x="386703" y="792387"/>
                  </a:cubicBezTo>
                  <a:cubicBezTo>
                    <a:pt x="386703" y="739102"/>
                    <a:pt x="366518" y="689058"/>
                    <a:pt x="329751" y="651974"/>
                  </a:cubicBezTo>
                  <a:cubicBezTo>
                    <a:pt x="284693" y="606250"/>
                    <a:pt x="255857" y="548645"/>
                    <a:pt x="245764" y="485640"/>
                  </a:cubicBezTo>
                  <a:cubicBezTo>
                    <a:pt x="234950" y="417954"/>
                    <a:pt x="247206" y="347028"/>
                    <a:pt x="281089" y="280422"/>
                  </a:cubicBezTo>
                  <a:cubicBezTo>
                    <a:pt x="305240" y="233618"/>
                    <a:pt x="342367" y="196175"/>
                    <a:pt x="388506" y="171693"/>
                  </a:cubicBezTo>
                  <a:cubicBezTo>
                    <a:pt x="441854" y="143790"/>
                    <a:pt x="497635" y="130109"/>
                    <a:pt x="552019" y="130649"/>
                  </a:cubicBezTo>
                  <a:close/>
                  <a:moveTo>
                    <a:pt x="755759" y="35763"/>
                  </a:moveTo>
                  <a:cubicBezTo>
                    <a:pt x="761920" y="35763"/>
                    <a:pt x="768171" y="38187"/>
                    <a:pt x="772993" y="43037"/>
                  </a:cubicBezTo>
                  <a:cubicBezTo>
                    <a:pt x="782280" y="52376"/>
                    <a:pt x="782280" y="67463"/>
                    <a:pt x="772993" y="77162"/>
                  </a:cubicBezTo>
                  <a:lnTo>
                    <a:pt x="725844" y="124219"/>
                  </a:lnTo>
                  <a:cubicBezTo>
                    <a:pt x="721201" y="128889"/>
                    <a:pt x="715129" y="131404"/>
                    <a:pt x="709057" y="131404"/>
                  </a:cubicBezTo>
                  <a:cubicBezTo>
                    <a:pt x="702984" y="131404"/>
                    <a:pt x="696555" y="128889"/>
                    <a:pt x="691912" y="124219"/>
                  </a:cubicBezTo>
                  <a:cubicBezTo>
                    <a:pt x="682625" y="114880"/>
                    <a:pt x="682625" y="99433"/>
                    <a:pt x="691912" y="90094"/>
                  </a:cubicBezTo>
                  <a:lnTo>
                    <a:pt x="739060" y="43037"/>
                  </a:lnTo>
                  <a:cubicBezTo>
                    <a:pt x="743525" y="38187"/>
                    <a:pt x="749597" y="35763"/>
                    <a:pt x="755759" y="35763"/>
                  </a:cubicBezTo>
                  <a:close/>
                  <a:moveTo>
                    <a:pt x="337725" y="35754"/>
                  </a:moveTo>
                  <a:cubicBezTo>
                    <a:pt x="343962" y="35754"/>
                    <a:pt x="350199" y="38170"/>
                    <a:pt x="354899" y="43001"/>
                  </a:cubicBezTo>
                  <a:lnTo>
                    <a:pt x="402626" y="90245"/>
                  </a:lnTo>
                  <a:cubicBezTo>
                    <a:pt x="412388" y="99551"/>
                    <a:pt x="412388" y="114941"/>
                    <a:pt x="402626" y="124247"/>
                  </a:cubicBezTo>
                  <a:cubicBezTo>
                    <a:pt x="397926" y="128899"/>
                    <a:pt x="391779" y="131405"/>
                    <a:pt x="385632" y="131405"/>
                  </a:cubicBezTo>
                  <a:cubicBezTo>
                    <a:pt x="379486" y="131405"/>
                    <a:pt x="373339" y="128899"/>
                    <a:pt x="368277" y="124247"/>
                  </a:cubicBezTo>
                  <a:lnTo>
                    <a:pt x="320551" y="76645"/>
                  </a:lnTo>
                  <a:cubicBezTo>
                    <a:pt x="311150" y="67339"/>
                    <a:pt x="311150" y="51949"/>
                    <a:pt x="320551" y="43001"/>
                  </a:cubicBezTo>
                  <a:cubicBezTo>
                    <a:pt x="325251" y="38170"/>
                    <a:pt x="331488" y="35754"/>
                    <a:pt x="337725" y="35754"/>
                  </a:cubicBezTo>
                  <a:close/>
                  <a:moveTo>
                    <a:pt x="548481" y="0"/>
                  </a:moveTo>
                  <a:cubicBezTo>
                    <a:pt x="561869" y="0"/>
                    <a:pt x="572725" y="10417"/>
                    <a:pt x="572725" y="24067"/>
                  </a:cubicBezTo>
                  <a:lnTo>
                    <a:pt x="572725" y="73998"/>
                  </a:lnTo>
                  <a:cubicBezTo>
                    <a:pt x="572725" y="87289"/>
                    <a:pt x="561869" y="98066"/>
                    <a:pt x="548481" y="98066"/>
                  </a:cubicBezTo>
                  <a:cubicBezTo>
                    <a:pt x="535092" y="98066"/>
                    <a:pt x="523875" y="87289"/>
                    <a:pt x="523875" y="73998"/>
                  </a:cubicBezTo>
                  <a:lnTo>
                    <a:pt x="523875" y="24067"/>
                  </a:lnTo>
                  <a:cubicBezTo>
                    <a:pt x="523875" y="10417"/>
                    <a:pt x="535092" y="0"/>
                    <a:pt x="548481" y="0"/>
                  </a:cubicBezTo>
                  <a:close/>
                </a:path>
              </a:pathLst>
            </a:custGeom>
            <a:solidFill>
              <a:srgbClr val="25696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656FFFDC-ED07-C706-4E76-2ECF63CAA859}"/>
                </a:ext>
              </a:extLst>
            </p:cNvPr>
            <p:cNvSpPr txBox="1"/>
            <p:nvPr/>
          </p:nvSpPr>
          <p:spPr>
            <a:xfrm>
              <a:off x="3337361" y="3557121"/>
              <a:ext cx="2610369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Parceria Cliente / Philips</a:t>
              </a:r>
              <a:r>
                <a:rPr lang="pt-BR" sz="1400" b="0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 na </a:t>
              </a:r>
              <a:r>
                <a:rPr lang="pt-BR" sz="1400" i="0" u="none" strike="noStrike" cap="none" dirty="0">
                  <a:latin typeface="Roboto Condensed"/>
                  <a:ea typeface="Roboto Condensed"/>
                  <a:cs typeface="Roboto Condensed"/>
                  <a:sym typeface="Roboto Condensed"/>
                </a:rPr>
                <a:t>Gestão I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ntegrada do Projeto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Construir junto com o cliente a estruturação das atividades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b="1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Garantir que todas as frentes sejam vistas como um 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projeto único integrado.</a:t>
              </a:r>
              <a:endParaRPr lang="pt-BR" sz="1400" dirty="0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3B1CB7B-2F95-DF5A-A849-F1156C1C0A97}"/>
              </a:ext>
            </a:extLst>
          </p:cNvPr>
          <p:cNvGrpSpPr/>
          <p:nvPr/>
        </p:nvGrpSpPr>
        <p:grpSpPr>
          <a:xfrm>
            <a:off x="7903708" y="1006391"/>
            <a:ext cx="2635537" cy="5306733"/>
            <a:chOff x="6383380" y="1358931"/>
            <a:chExt cx="2635537" cy="53067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5EF060-08D3-7340-9A27-3366B8B6C3A9}"/>
                </a:ext>
              </a:extLst>
            </p:cNvPr>
            <p:cNvSpPr/>
            <p:nvPr/>
          </p:nvSpPr>
          <p:spPr>
            <a:xfrm>
              <a:off x="6383381" y="1974945"/>
              <a:ext cx="2622952" cy="4690719"/>
            </a:xfrm>
            <a:prstGeom prst="rect">
              <a:avLst/>
            </a:prstGeom>
            <a:solidFill>
              <a:srgbClr val="F9F9F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2">
                    <a:lumMod val="9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2E721E-E372-784F-8FEA-1139BC301683}"/>
                </a:ext>
              </a:extLst>
            </p:cNvPr>
            <p:cNvSpPr/>
            <p:nvPr/>
          </p:nvSpPr>
          <p:spPr>
            <a:xfrm>
              <a:off x="6383381" y="1974944"/>
              <a:ext cx="2622952" cy="72009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C2607AB-90AB-3246-9F05-A1EBDC1D813B}"/>
                </a:ext>
              </a:extLst>
            </p:cNvPr>
            <p:cNvSpPr/>
            <p:nvPr/>
          </p:nvSpPr>
          <p:spPr>
            <a:xfrm>
              <a:off x="7094331" y="1358931"/>
              <a:ext cx="1226220" cy="122622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4CB919-2D08-3C4A-BEAD-CE3B81A8BB6C}"/>
                </a:ext>
              </a:extLst>
            </p:cNvPr>
            <p:cNvSpPr txBox="1"/>
            <p:nvPr/>
          </p:nvSpPr>
          <p:spPr>
            <a:xfrm>
              <a:off x="6395965" y="2663797"/>
              <a:ext cx="262295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accent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Gestão</a:t>
              </a:r>
              <a:r>
                <a:rPr lang="en-US" sz="1600" b="1" dirty="0">
                  <a:solidFill>
                    <a:schemeClr val="accent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de </a:t>
              </a:r>
              <a:r>
                <a:rPr lang="en-US" sz="1600" b="1" dirty="0" err="1">
                  <a:solidFill>
                    <a:schemeClr val="accent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Mudanças</a:t>
              </a:r>
              <a:r>
                <a:rPr lang="en-US" sz="1600" b="1" dirty="0">
                  <a:solidFill>
                    <a:schemeClr val="accent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e </a:t>
              </a:r>
              <a:r>
                <a:rPr lang="en-US" sz="1600" b="1">
                  <a:solidFill>
                    <a:schemeClr val="accent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Processos</a:t>
              </a:r>
              <a:endParaRPr lang="en-US" sz="1600" b="1" dirty="0">
                <a:solidFill>
                  <a:schemeClr val="accent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D806476D-72CA-F630-A414-4824EC93D2B9}"/>
                </a:ext>
              </a:extLst>
            </p:cNvPr>
            <p:cNvSpPr/>
            <p:nvPr/>
          </p:nvSpPr>
          <p:spPr>
            <a:xfrm>
              <a:off x="6984877" y="3265430"/>
              <a:ext cx="1419960" cy="13716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162E4EC2-A18E-39CF-CDDD-D70828ADDF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307698" y="1788300"/>
              <a:ext cx="789548" cy="510657"/>
            </a:xfrm>
            <a:custGeom>
              <a:avLst/>
              <a:gdLst>
                <a:gd name="connsiteX0" fmla="*/ 541769 w 1145819"/>
                <a:gd name="connsiteY0" fmla="*/ 621171 h 741084"/>
                <a:gd name="connsiteX1" fmla="*/ 539250 w 1145819"/>
                <a:gd name="connsiteY1" fmla="*/ 621531 h 741084"/>
                <a:gd name="connsiteX2" fmla="*/ 521251 w 1145819"/>
                <a:gd name="connsiteY2" fmla="*/ 630894 h 741084"/>
                <a:gd name="connsiteX3" fmla="*/ 503252 w 1145819"/>
                <a:gd name="connsiteY3" fmla="*/ 652860 h 741084"/>
                <a:gd name="connsiteX4" fmla="*/ 506851 w 1145819"/>
                <a:gd name="connsiteY4" fmla="*/ 689950 h 741084"/>
                <a:gd name="connsiteX5" fmla="*/ 526290 w 1145819"/>
                <a:gd name="connsiteY5" fmla="*/ 696072 h 741084"/>
                <a:gd name="connsiteX6" fmla="*/ 543929 w 1145819"/>
                <a:gd name="connsiteY6" fmla="*/ 686349 h 741084"/>
                <a:gd name="connsiteX7" fmla="*/ 562288 w 1145819"/>
                <a:gd name="connsiteY7" fmla="*/ 664383 h 741084"/>
                <a:gd name="connsiteX8" fmla="*/ 568048 w 1145819"/>
                <a:gd name="connsiteY8" fmla="*/ 644938 h 741084"/>
                <a:gd name="connsiteX9" fmla="*/ 558689 w 1145819"/>
                <a:gd name="connsiteY9" fmla="*/ 627293 h 741084"/>
                <a:gd name="connsiteX10" fmla="*/ 541769 w 1145819"/>
                <a:gd name="connsiteY10" fmla="*/ 621171 h 741084"/>
                <a:gd name="connsiteX11" fmla="*/ 466534 w 1145819"/>
                <a:gd name="connsiteY11" fmla="*/ 559234 h 741084"/>
                <a:gd name="connsiteX12" fmla="*/ 446015 w 1145819"/>
                <a:gd name="connsiteY12" fmla="*/ 568597 h 741084"/>
                <a:gd name="connsiteX13" fmla="*/ 428016 w 1145819"/>
                <a:gd name="connsiteY13" fmla="*/ 590923 h 741084"/>
                <a:gd name="connsiteX14" fmla="*/ 421896 w 1145819"/>
                <a:gd name="connsiteY14" fmla="*/ 610008 h 741084"/>
                <a:gd name="connsiteX15" fmla="*/ 431616 w 1145819"/>
                <a:gd name="connsiteY15" fmla="*/ 628013 h 741084"/>
                <a:gd name="connsiteX16" fmla="*/ 450695 w 1145819"/>
                <a:gd name="connsiteY16" fmla="*/ 634135 h 741084"/>
                <a:gd name="connsiteX17" fmla="*/ 468694 w 1145819"/>
                <a:gd name="connsiteY17" fmla="*/ 624412 h 741084"/>
                <a:gd name="connsiteX18" fmla="*/ 486693 w 1145819"/>
                <a:gd name="connsiteY18" fmla="*/ 602446 h 741084"/>
                <a:gd name="connsiteX19" fmla="*/ 483093 w 1145819"/>
                <a:gd name="connsiteY19" fmla="*/ 564996 h 741084"/>
                <a:gd name="connsiteX20" fmla="*/ 466534 w 1145819"/>
                <a:gd name="connsiteY20" fmla="*/ 559234 h 741084"/>
                <a:gd name="connsiteX21" fmla="*/ 390938 w 1145819"/>
                <a:gd name="connsiteY21" fmla="*/ 496937 h 741084"/>
                <a:gd name="connsiteX22" fmla="*/ 388418 w 1145819"/>
                <a:gd name="connsiteY22" fmla="*/ 497297 h 741084"/>
                <a:gd name="connsiteX23" fmla="*/ 370779 w 1145819"/>
                <a:gd name="connsiteY23" fmla="*/ 506660 h 741084"/>
                <a:gd name="connsiteX24" fmla="*/ 352420 w 1145819"/>
                <a:gd name="connsiteY24" fmla="*/ 528626 h 741084"/>
                <a:gd name="connsiteX25" fmla="*/ 346661 w 1145819"/>
                <a:gd name="connsiteY25" fmla="*/ 548071 h 741084"/>
                <a:gd name="connsiteX26" fmla="*/ 356020 w 1145819"/>
                <a:gd name="connsiteY26" fmla="*/ 566076 h 741084"/>
                <a:gd name="connsiteX27" fmla="*/ 393458 w 1145819"/>
                <a:gd name="connsiteY27" fmla="*/ 562475 h 741084"/>
                <a:gd name="connsiteX28" fmla="*/ 411457 w 1145819"/>
                <a:gd name="connsiteY28" fmla="*/ 540509 h 741084"/>
                <a:gd name="connsiteX29" fmla="*/ 417577 w 1145819"/>
                <a:gd name="connsiteY29" fmla="*/ 520704 h 741084"/>
                <a:gd name="connsiteX30" fmla="*/ 407857 w 1145819"/>
                <a:gd name="connsiteY30" fmla="*/ 503059 h 741084"/>
                <a:gd name="connsiteX31" fmla="*/ 390938 w 1145819"/>
                <a:gd name="connsiteY31" fmla="*/ 496937 h 741084"/>
                <a:gd name="connsiteX32" fmla="*/ 313182 w 1145819"/>
                <a:gd name="connsiteY32" fmla="*/ 435000 h 741084"/>
                <a:gd name="connsiteX33" fmla="*/ 295183 w 1145819"/>
                <a:gd name="connsiteY33" fmla="*/ 444363 h 741084"/>
                <a:gd name="connsiteX34" fmla="*/ 277185 w 1145819"/>
                <a:gd name="connsiteY34" fmla="*/ 466689 h 741084"/>
                <a:gd name="connsiteX35" fmla="*/ 280784 w 1145819"/>
                <a:gd name="connsiteY35" fmla="*/ 503779 h 741084"/>
                <a:gd name="connsiteX36" fmla="*/ 317862 w 1145819"/>
                <a:gd name="connsiteY36" fmla="*/ 500538 h 741084"/>
                <a:gd name="connsiteX37" fmla="*/ 336221 w 1145819"/>
                <a:gd name="connsiteY37" fmla="*/ 478212 h 741084"/>
                <a:gd name="connsiteX38" fmla="*/ 332621 w 1145819"/>
                <a:gd name="connsiteY38" fmla="*/ 440762 h 741084"/>
                <a:gd name="connsiteX39" fmla="*/ 315702 w 1145819"/>
                <a:gd name="connsiteY39" fmla="*/ 435000 h 741084"/>
                <a:gd name="connsiteX40" fmla="*/ 313182 w 1145819"/>
                <a:gd name="connsiteY40" fmla="*/ 435000 h 741084"/>
                <a:gd name="connsiteX41" fmla="*/ 1123772 w 1145819"/>
                <a:gd name="connsiteY41" fmla="*/ 235031 h 741084"/>
                <a:gd name="connsiteX42" fmla="*/ 1139419 w 1145819"/>
                <a:gd name="connsiteY42" fmla="*/ 241432 h 741084"/>
                <a:gd name="connsiteX43" fmla="*/ 1145819 w 1145819"/>
                <a:gd name="connsiteY43" fmla="*/ 257078 h 741084"/>
                <a:gd name="connsiteX44" fmla="*/ 1139419 w 1145819"/>
                <a:gd name="connsiteY44" fmla="*/ 272369 h 741084"/>
                <a:gd name="connsiteX45" fmla="*/ 1123772 w 1145819"/>
                <a:gd name="connsiteY45" fmla="*/ 279126 h 741084"/>
                <a:gd name="connsiteX46" fmla="*/ 1108126 w 1145819"/>
                <a:gd name="connsiteY46" fmla="*/ 272369 h 741084"/>
                <a:gd name="connsiteX47" fmla="*/ 1101725 w 1145819"/>
                <a:gd name="connsiteY47" fmla="*/ 257078 h 741084"/>
                <a:gd name="connsiteX48" fmla="*/ 1108126 w 1145819"/>
                <a:gd name="connsiteY48" fmla="*/ 241432 h 741084"/>
                <a:gd name="connsiteX49" fmla="*/ 1123772 w 1145819"/>
                <a:gd name="connsiteY49" fmla="*/ 235031 h 741084"/>
                <a:gd name="connsiteX50" fmla="*/ 22047 w 1145819"/>
                <a:gd name="connsiteY50" fmla="*/ 235031 h 741084"/>
                <a:gd name="connsiteX51" fmla="*/ 37694 w 1145819"/>
                <a:gd name="connsiteY51" fmla="*/ 241432 h 741084"/>
                <a:gd name="connsiteX52" fmla="*/ 44095 w 1145819"/>
                <a:gd name="connsiteY52" fmla="*/ 257078 h 741084"/>
                <a:gd name="connsiteX53" fmla="*/ 37694 w 1145819"/>
                <a:gd name="connsiteY53" fmla="*/ 272369 h 741084"/>
                <a:gd name="connsiteX54" fmla="*/ 22047 w 1145819"/>
                <a:gd name="connsiteY54" fmla="*/ 279126 h 741084"/>
                <a:gd name="connsiteX55" fmla="*/ 6401 w 1145819"/>
                <a:gd name="connsiteY55" fmla="*/ 272369 h 741084"/>
                <a:gd name="connsiteX56" fmla="*/ 0 w 1145819"/>
                <a:gd name="connsiteY56" fmla="*/ 257078 h 741084"/>
                <a:gd name="connsiteX57" fmla="*/ 6401 w 1145819"/>
                <a:gd name="connsiteY57" fmla="*/ 241432 h 741084"/>
                <a:gd name="connsiteX58" fmla="*/ 22047 w 1145819"/>
                <a:gd name="connsiteY58" fmla="*/ 235031 h 741084"/>
                <a:gd name="connsiteX59" fmla="*/ 641124 w 1145819"/>
                <a:gd name="connsiteY59" fmla="*/ 75981 h 741084"/>
                <a:gd name="connsiteX60" fmla="*/ 521251 w 1145819"/>
                <a:gd name="connsiteY60" fmla="*/ 125314 h 741084"/>
                <a:gd name="connsiteX61" fmla="*/ 352060 w 1145819"/>
                <a:gd name="connsiteY61" fmla="*/ 292761 h 741084"/>
                <a:gd name="connsiteX62" fmla="*/ 351340 w 1145819"/>
                <a:gd name="connsiteY62" fmla="*/ 341374 h 741084"/>
                <a:gd name="connsiteX63" fmla="*/ 393098 w 1145819"/>
                <a:gd name="connsiteY63" fmla="*/ 347496 h 741084"/>
                <a:gd name="connsiteX64" fmla="*/ 575968 w 1145819"/>
                <a:gd name="connsiteY64" fmla="*/ 244148 h 741084"/>
                <a:gd name="connsiteX65" fmla="*/ 586767 w 1145819"/>
                <a:gd name="connsiteY65" fmla="*/ 241267 h 741084"/>
                <a:gd name="connsiteX66" fmla="*/ 733999 w 1145819"/>
                <a:gd name="connsiteY66" fmla="*/ 241267 h 741084"/>
                <a:gd name="connsiteX67" fmla="*/ 756317 w 1145819"/>
                <a:gd name="connsiteY67" fmla="*/ 263593 h 741084"/>
                <a:gd name="connsiteX68" fmla="*/ 733999 w 1145819"/>
                <a:gd name="connsiteY68" fmla="*/ 286279 h 741084"/>
                <a:gd name="connsiteX69" fmla="*/ 718159 w 1145819"/>
                <a:gd name="connsiteY69" fmla="*/ 286279 h 741084"/>
                <a:gd name="connsiteX70" fmla="*/ 757915 w 1145819"/>
                <a:gd name="connsiteY70" fmla="*/ 325063 h 741084"/>
                <a:gd name="connsiteX71" fmla="*/ 877990 w 1145819"/>
                <a:gd name="connsiteY71" fmla="*/ 442202 h 741084"/>
                <a:gd name="connsiteX72" fmla="*/ 957906 w 1145819"/>
                <a:gd name="connsiteY72" fmla="*/ 399350 h 741084"/>
                <a:gd name="connsiteX73" fmla="*/ 957906 w 1145819"/>
                <a:gd name="connsiteY73" fmla="*/ 252432 h 741084"/>
                <a:gd name="connsiteX74" fmla="*/ 957906 w 1145819"/>
                <a:gd name="connsiteY74" fmla="*/ 75981 h 741084"/>
                <a:gd name="connsiteX75" fmla="*/ 506492 w 1145819"/>
                <a:gd name="connsiteY75" fmla="*/ 46993 h 741084"/>
                <a:gd name="connsiteX76" fmla="*/ 460054 w 1145819"/>
                <a:gd name="connsiteY76" fmla="*/ 51854 h 741084"/>
                <a:gd name="connsiteX77" fmla="*/ 276825 w 1145819"/>
                <a:gd name="connsiteY77" fmla="*/ 87864 h 741084"/>
                <a:gd name="connsiteX78" fmla="*/ 272505 w 1145819"/>
                <a:gd name="connsiteY78" fmla="*/ 88224 h 741084"/>
                <a:gd name="connsiteX79" fmla="*/ 187910 w 1145819"/>
                <a:gd name="connsiteY79" fmla="*/ 88224 h 741084"/>
                <a:gd name="connsiteX80" fmla="*/ 187910 w 1145819"/>
                <a:gd name="connsiteY80" fmla="*/ 423117 h 741084"/>
                <a:gd name="connsiteX81" fmla="*/ 238307 w 1145819"/>
                <a:gd name="connsiteY81" fmla="*/ 444003 h 741084"/>
                <a:gd name="connsiteX82" fmla="*/ 242626 w 1145819"/>
                <a:gd name="connsiteY82" fmla="*/ 438241 h 741084"/>
                <a:gd name="connsiteX83" fmla="*/ 260985 w 1145819"/>
                <a:gd name="connsiteY83" fmla="*/ 416275 h 741084"/>
                <a:gd name="connsiteX84" fmla="*/ 308863 w 1145819"/>
                <a:gd name="connsiteY84" fmla="*/ 390708 h 741084"/>
                <a:gd name="connsiteX85" fmla="*/ 361060 w 1145819"/>
                <a:gd name="connsiteY85" fmla="*/ 406552 h 741084"/>
                <a:gd name="connsiteX86" fmla="*/ 386258 w 1145819"/>
                <a:gd name="connsiteY86" fmla="*/ 452285 h 741084"/>
                <a:gd name="connsiteX87" fmla="*/ 402087 w 1145819"/>
                <a:gd name="connsiteY87" fmla="*/ 454291 h 741084"/>
                <a:gd name="connsiteX88" fmla="*/ 412897 w 1145819"/>
                <a:gd name="connsiteY88" fmla="*/ 455661 h 741084"/>
                <a:gd name="connsiteX89" fmla="*/ 436295 w 1145819"/>
                <a:gd name="connsiteY89" fmla="*/ 468489 h 741084"/>
                <a:gd name="connsiteX90" fmla="*/ 461494 w 1145819"/>
                <a:gd name="connsiteY90" fmla="*/ 514582 h 741084"/>
                <a:gd name="connsiteX91" fmla="*/ 511891 w 1145819"/>
                <a:gd name="connsiteY91" fmla="*/ 530786 h 741084"/>
                <a:gd name="connsiteX92" fmla="*/ 537090 w 1145819"/>
                <a:gd name="connsiteY92" fmla="*/ 576879 h 741084"/>
                <a:gd name="connsiteX93" fmla="*/ 587127 w 1145819"/>
                <a:gd name="connsiteY93" fmla="*/ 592723 h 741084"/>
                <a:gd name="connsiteX94" fmla="*/ 588207 w 1145819"/>
                <a:gd name="connsiteY94" fmla="*/ 593804 h 741084"/>
                <a:gd name="connsiteX95" fmla="*/ 590727 w 1145819"/>
                <a:gd name="connsiteY95" fmla="*/ 595604 h 741084"/>
                <a:gd name="connsiteX96" fmla="*/ 623125 w 1145819"/>
                <a:gd name="connsiteY96" fmla="*/ 627293 h 741084"/>
                <a:gd name="connsiteX97" fmla="*/ 644004 w 1145819"/>
                <a:gd name="connsiteY97" fmla="*/ 635575 h 741084"/>
                <a:gd name="connsiteX98" fmla="*/ 664523 w 1145819"/>
                <a:gd name="connsiteY98" fmla="*/ 626933 h 741084"/>
                <a:gd name="connsiteX99" fmla="*/ 664163 w 1145819"/>
                <a:gd name="connsiteY99" fmla="*/ 585161 h 741084"/>
                <a:gd name="connsiteX100" fmla="*/ 547889 w 1145819"/>
                <a:gd name="connsiteY100" fmla="*/ 472090 h 741084"/>
                <a:gd name="connsiteX101" fmla="*/ 547529 w 1145819"/>
                <a:gd name="connsiteY101" fmla="*/ 440402 h 741084"/>
                <a:gd name="connsiteX102" fmla="*/ 578847 w 1145819"/>
                <a:gd name="connsiteY102" fmla="*/ 440041 h 741084"/>
                <a:gd name="connsiteX103" fmla="*/ 635004 w 1145819"/>
                <a:gd name="connsiteY103" fmla="*/ 494416 h 741084"/>
                <a:gd name="connsiteX104" fmla="*/ 635724 w 1145819"/>
                <a:gd name="connsiteY104" fmla="*/ 495137 h 741084"/>
                <a:gd name="connsiteX105" fmla="*/ 751638 w 1145819"/>
                <a:gd name="connsiteY105" fmla="*/ 607848 h 741084"/>
                <a:gd name="connsiteX106" fmla="*/ 793395 w 1145819"/>
                <a:gd name="connsiteY106" fmla="*/ 607487 h 741084"/>
                <a:gd name="connsiteX107" fmla="*/ 792675 w 1145819"/>
                <a:gd name="connsiteY107" fmla="*/ 566076 h 741084"/>
                <a:gd name="connsiteX108" fmla="*/ 676402 w 1145819"/>
                <a:gd name="connsiteY108" fmla="*/ 453005 h 741084"/>
                <a:gd name="connsiteX109" fmla="*/ 676042 w 1145819"/>
                <a:gd name="connsiteY109" fmla="*/ 421316 h 741084"/>
                <a:gd name="connsiteX110" fmla="*/ 707720 w 1145819"/>
                <a:gd name="connsiteY110" fmla="*/ 420956 h 741084"/>
                <a:gd name="connsiteX111" fmla="*/ 780796 w 1145819"/>
                <a:gd name="connsiteY111" fmla="*/ 491896 h 741084"/>
                <a:gd name="connsiteX112" fmla="*/ 781156 w 1145819"/>
                <a:gd name="connsiteY112" fmla="*/ 491896 h 741084"/>
                <a:gd name="connsiteX113" fmla="*/ 855312 w 1145819"/>
                <a:gd name="connsiteY113" fmla="*/ 564276 h 741084"/>
                <a:gd name="connsiteX114" fmla="*/ 896709 w 1145819"/>
                <a:gd name="connsiteY114" fmla="*/ 563555 h 741084"/>
                <a:gd name="connsiteX115" fmla="*/ 904989 w 1145819"/>
                <a:gd name="connsiteY115" fmla="*/ 542670 h 741084"/>
                <a:gd name="connsiteX116" fmla="*/ 895989 w 1145819"/>
                <a:gd name="connsiteY116" fmla="*/ 522144 h 741084"/>
                <a:gd name="connsiteX117" fmla="*/ 711244 w 1145819"/>
                <a:gd name="connsiteY117" fmla="*/ 342013 h 741084"/>
                <a:gd name="connsiteX118" fmla="*/ 654083 w 1145819"/>
                <a:gd name="connsiteY118" fmla="*/ 286279 h 741084"/>
                <a:gd name="connsiteX119" fmla="*/ 592887 w 1145819"/>
                <a:gd name="connsiteY119" fmla="*/ 286279 h 741084"/>
                <a:gd name="connsiteX120" fmla="*/ 415057 w 1145819"/>
                <a:gd name="connsiteY120" fmla="*/ 386387 h 741084"/>
                <a:gd name="connsiteX121" fmla="*/ 376179 w 1145819"/>
                <a:gd name="connsiteY121" fmla="*/ 396830 h 741084"/>
                <a:gd name="connsiteX122" fmla="*/ 319302 w 1145819"/>
                <a:gd name="connsiteY122" fmla="*/ 372703 h 741084"/>
                <a:gd name="connsiteX123" fmla="*/ 320382 w 1145819"/>
                <a:gd name="connsiteY123" fmla="*/ 261072 h 741084"/>
                <a:gd name="connsiteX124" fmla="*/ 489932 w 1145819"/>
                <a:gd name="connsiteY124" fmla="*/ 93266 h 741084"/>
                <a:gd name="connsiteX125" fmla="*/ 552929 w 1145819"/>
                <a:gd name="connsiteY125" fmla="*/ 49694 h 741084"/>
                <a:gd name="connsiteX126" fmla="*/ 506492 w 1145819"/>
                <a:gd name="connsiteY126" fmla="*/ 46993 h 741084"/>
                <a:gd name="connsiteX127" fmla="*/ 22319 w 1145819"/>
                <a:gd name="connsiteY127" fmla="*/ 0 h 741084"/>
                <a:gd name="connsiteX128" fmla="*/ 143272 w 1145819"/>
                <a:gd name="connsiteY128" fmla="*/ 0 h 741084"/>
                <a:gd name="connsiteX129" fmla="*/ 187910 w 1145819"/>
                <a:gd name="connsiteY129" fmla="*/ 43212 h 741084"/>
                <a:gd name="connsiteX130" fmla="*/ 270705 w 1145819"/>
                <a:gd name="connsiteY130" fmla="*/ 43212 h 741084"/>
                <a:gd name="connsiteX131" fmla="*/ 451415 w 1145819"/>
                <a:gd name="connsiteY131" fmla="*/ 7922 h 741084"/>
                <a:gd name="connsiteX132" fmla="*/ 644364 w 1145819"/>
                <a:gd name="connsiteY132" fmla="*/ 30969 h 741084"/>
                <a:gd name="connsiteX133" fmla="*/ 645084 w 1145819"/>
                <a:gd name="connsiteY133" fmla="*/ 30969 h 741084"/>
                <a:gd name="connsiteX134" fmla="*/ 960066 w 1145819"/>
                <a:gd name="connsiteY134" fmla="*/ 30969 h 741084"/>
                <a:gd name="connsiteX135" fmla="*/ 1002543 w 1145819"/>
                <a:gd name="connsiteY135" fmla="*/ 0 h 741084"/>
                <a:gd name="connsiteX136" fmla="*/ 1123496 w 1145819"/>
                <a:gd name="connsiteY136" fmla="*/ 0 h 741084"/>
                <a:gd name="connsiteX137" fmla="*/ 1145815 w 1145819"/>
                <a:gd name="connsiteY137" fmla="*/ 22326 h 741084"/>
                <a:gd name="connsiteX138" fmla="*/ 1145815 w 1145819"/>
                <a:gd name="connsiteY138" fmla="*/ 169607 h 741084"/>
                <a:gd name="connsiteX139" fmla="*/ 1123496 w 1145819"/>
                <a:gd name="connsiteY139" fmla="*/ 192293 h 741084"/>
                <a:gd name="connsiteX140" fmla="*/ 1101178 w 1145819"/>
                <a:gd name="connsiteY140" fmla="*/ 169607 h 741084"/>
                <a:gd name="connsiteX141" fmla="*/ 1101178 w 1145819"/>
                <a:gd name="connsiteY141" fmla="*/ 44652 h 741084"/>
                <a:gd name="connsiteX142" fmla="*/ 1002543 w 1145819"/>
                <a:gd name="connsiteY142" fmla="*/ 44652 h 741084"/>
                <a:gd name="connsiteX143" fmla="*/ 1002543 w 1145819"/>
                <a:gd name="connsiteY143" fmla="*/ 236220 h 741084"/>
                <a:gd name="connsiteX144" fmla="*/ 1002543 w 1145819"/>
                <a:gd name="connsiteY144" fmla="*/ 469209 h 741084"/>
                <a:gd name="connsiteX145" fmla="*/ 1101178 w 1145819"/>
                <a:gd name="connsiteY145" fmla="*/ 469209 h 741084"/>
                <a:gd name="connsiteX146" fmla="*/ 1101178 w 1145819"/>
                <a:gd name="connsiteY146" fmla="*/ 343175 h 741084"/>
                <a:gd name="connsiteX147" fmla="*/ 1123496 w 1145819"/>
                <a:gd name="connsiteY147" fmla="*/ 320849 h 741084"/>
                <a:gd name="connsiteX148" fmla="*/ 1145815 w 1145819"/>
                <a:gd name="connsiteY148" fmla="*/ 343175 h 741084"/>
                <a:gd name="connsiteX149" fmla="*/ 1145815 w 1145819"/>
                <a:gd name="connsiteY149" fmla="*/ 491536 h 741084"/>
                <a:gd name="connsiteX150" fmla="*/ 1123496 w 1145819"/>
                <a:gd name="connsiteY150" fmla="*/ 514222 h 741084"/>
                <a:gd name="connsiteX151" fmla="*/ 1002543 w 1145819"/>
                <a:gd name="connsiteY151" fmla="*/ 514222 h 741084"/>
                <a:gd name="connsiteX152" fmla="*/ 957906 w 1145819"/>
                <a:gd name="connsiteY152" fmla="*/ 469209 h 741084"/>
                <a:gd name="connsiteX153" fmla="*/ 957906 w 1145819"/>
                <a:gd name="connsiteY153" fmla="*/ 450124 h 741084"/>
                <a:gd name="connsiteX154" fmla="*/ 911829 w 1145819"/>
                <a:gd name="connsiteY154" fmla="*/ 474971 h 741084"/>
                <a:gd name="connsiteX155" fmla="*/ 927308 w 1145819"/>
                <a:gd name="connsiteY155" fmla="*/ 490095 h 741084"/>
                <a:gd name="connsiteX156" fmla="*/ 949986 w 1145819"/>
                <a:gd name="connsiteY156" fmla="*/ 542310 h 741084"/>
                <a:gd name="connsiteX157" fmla="*/ 928748 w 1145819"/>
                <a:gd name="connsiteY157" fmla="*/ 594884 h 741084"/>
                <a:gd name="connsiteX158" fmla="*/ 875831 w 1145819"/>
                <a:gd name="connsiteY158" fmla="*/ 617210 h 741084"/>
                <a:gd name="connsiteX159" fmla="*/ 843072 w 1145819"/>
                <a:gd name="connsiteY159" fmla="*/ 609648 h 741084"/>
                <a:gd name="connsiteX160" fmla="*/ 825433 w 1145819"/>
                <a:gd name="connsiteY160" fmla="*/ 638816 h 741084"/>
                <a:gd name="connsiteX161" fmla="*/ 772156 w 1145819"/>
                <a:gd name="connsiteY161" fmla="*/ 661142 h 741084"/>
                <a:gd name="connsiteX162" fmla="*/ 720679 w 1145819"/>
                <a:gd name="connsiteY162" fmla="*/ 640256 h 741084"/>
                <a:gd name="connsiteX163" fmla="*/ 712760 w 1145819"/>
                <a:gd name="connsiteY163" fmla="*/ 632694 h 741084"/>
                <a:gd name="connsiteX164" fmla="*/ 696921 w 1145819"/>
                <a:gd name="connsiteY164" fmla="*/ 657901 h 741084"/>
                <a:gd name="connsiteX165" fmla="*/ 644364 w 1145819"/>
                <a:gd name="connsiteY165" fmla="*/ 680227 h 741084"/>
                <a:gd name="connsiteX166" fmla="*/ 643644 w 1145819"/>
                <a:gd name="connsiteY166" fmla="*/ 680227 h 741084"/>
                <a:gd name="connsiteX167" fmla="*/ 608726 w 1145819"/>
                <a:gd name="connsiteY167" fmla="*/ 671585 h 741084"/>
                <a:gd name="connsiteX168" fmla="*/ 596846 w 1145819"/>
                <a:gd name="connsiteY168" fmla="*/ 692831 h 741084"/>
                <a:gd name="connsiteX169" fmla="*/ 578487 w 1145819"/>
                <a:gd name="connsiteY169" fmla="*/ 715157 h 741084"/>
                <a:gd name="connsiteX170" fmla="*/ 530250 w 1145819"/>
                <a:gd name="connsiteY170" fmla="*/ 740724 h 741084"/>
                <a:gd name="connsiteX171" fmla="*/ 523411 w 1145819"/>
                <a:gd name="connsiteY171" fmla="*/ 741084 h 741084"/>
                <a:gd name="connsiteX172" fmla="*/ 478413 w 1145819"/>
                <a:gd name="connsiteY172" fmla="*/ 724880 h 741084"/>
                <a:gd name="connsiteX173" fmla="*/ 453215 w 1145819"/>
                <a:gd name="connsiteY173" fmla="*/ 678787 h 741084"/>
                <a:gd name="connsiteX174" fmla="*/ 448175 w 1145819"/>
                <a:gd name="connsiteY174" fmla="*/ 678787 h 741084"/>
                <a:gd name="connsiteX175" fmla="*/ 402817 w 1145819"/>
                <a:gd name="connsiteY175" fmla="*/ 662583 h 741084"/>
                <a:gd name="connsiteX176" fmla="*/ 377619 w 1145819"/>
                <a:gd name="connsiteY176" fmla="*/ 616490 h 741084"/>
                <a:gd name="connsiteX177" fmla="*/ 372939 w 1145819"/>
                <a:gd name="connsiteY177" fmla="*/ 616490 h 741084"/>
                <a:gd name="connsiteX178" fmla="*/ 327582 w 1145819"/>
                <a:gd name="connsiteY178" fmla="*/ 600646 h 741084"/>
                <a:gd name="connsiteX179" fmla="*/ 302383 w 1145819"/>
                <a:gd name="connsiteY179" fmla="*/ 554553 h 741084"/>
                <a:gd name="connsiteX180" fmla="*/ 297343 w 1145819"/>
                <a:gd name="connsiteY180" fmla="*/ 554553 h 741084"/>
                <a:gd name="connsiteX181" fmla="*/ 252346 w 1145819"/>
                <a:gd name="connsiteY181" fmla="*/ 538348 h 741084"/>
                <a:gd name="connsiteX182" fmla="*/ 226787 w 1145819"/>
                <a:gd name="connsiteY182" fmla="*/ 491536 h 741084"/>
                <a:gd name="connsiteX183" fmla="*/ 216348 w 1145819"/>
                <a:gd name="connsiteY183" fmla="*/ 483253 h 741084"/>
                <a:gd name="connsiteX184" fmla="*/ 187910 w 1145819"/>
                <a:gd name="connsiteY184" fmla="*/ 469209 h 741084"/>
                <a:gd name="connsiteX185" fmla="*/ 143272 w 1145819"/>
                <a:gd name="connsiteY185" fmla="*/ 514222 h 741084"/>
                <a:gd name="connsiteX186" fmla="*/ 22319 w 1145819"/>
                <a:gd name="connsiteY186" fmla="*/ 514222 h 741084"/>
                <a:gd name="connsiteX187" fmla="*/ 0 w 1145819"/>
                <a:gd name="connsiteY187" fmla="*/ 491536 h 741084"/>
                <a:gd name="connsiteX188" fmla="*/ 0 w 1145819"/>
                <a:gd name="connsiteY188" fmla="*/ 350017 h 741084"/>
                <a:gd name="connsiteX189" fmla="*/ 22319 w 1145819"/>
                <a:gd name="connsiteY189" fmla="*/ 327691 h 741084"/>
                <a:gd name="connsiteX190" fmla="*/ 44638 w 1145819"/>
                <a:gd name="connsiteY190" fmla="*/ 350017 h 741084"/>
                <a:gd name="connsiteX191" fmla="*/ 44638 w 1145819"/>
                <a:gd name="connsiteY191" fmla="*/ 469209 h 741084"/>
                <a:gd name="connsiteX192" fmla="*/ 143272 w 1145819"/>
                <a:gd name="connsiteY192" fmla="*/ 469209 h 741084"/>
                <a:gd name="connsiteX193" fmla="*/ 143272 w 1145819"/>
                <a:gd name="connsiteY193" fmla="*/ 44652 h 741084"/>
                <a:gd name="connsiteX194" fmla="*/ 44638 w 1145819"/>
                <a:gd name="connsiteY194" fmla="*/ 44652 h 741084"/>
                <a:gd name="connsiteX195" fmla="*/ 44638 w 1145819"/>
                <a:gd name="connsiteY195" fmla="*/ 166366 h 741084"/>
                <a:gd name="connsiteX196" fmla="*/ 22319 w 1145819"/>
                <a:gd name="connsiteY196" fmla="*/ 188692 h 741084"/>
                <a:gd name="connsiteX197" fmla="*/ 0 w 1145819"/>
                <a:gd name="connsiteY197" fmla="*/ 166366 h 741084"/>
                <a:gd name="connsiteX198" fmla="*/ 0 w 1145819"/>
                <a:gd name="connsiteY198" fmla="*/ 22326 h 741084"/>
                <a:gd name="connsiteX199" fmla="*/ 22319 w 1145819"/>
                <a:gd name="connsiteY199" fmla="*/ 0 h 74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145819" h="741084">
                  <a:moveTo>
                    <a:pt x="541769" y="621171"/>
                  </a:moveTo>
                  <a:cubicBezTo>
                    <a:pt x="541050" y="621171"/>
                    <a:pt x="539970" y="621531"/>
                    <a:pt x="539250" y="621531"/>
                  </a:cubicBezTo>
                  <a:cubicBezTo>
                    <a:pt x="532410" y="621891"/>
                    <a:pt x="525930" y="625492"/>
                    <a:pt x="521251" y="630894"/>
                  </a:cubicBezTo>
                  <a:lnTo>
                    <a:pt x="503252" y="652860"/>
                  </a:lnTo>
                  <a:cubicBezTo>
                    <a:pt x="493892" y="664383"/>
                    <a:pt x="495332" y="680948"/>
                    <a:pt x="506851" y="689950"/>
                  </a:cubicBezTo>
                  <a:cubicBezTo>
                    <a:pt x="512251" y="694631"/>
                    <a:pt x="519091" y="696792"/>
                    <a:pt x="526290" y="696072"/>
                  </a:cubicBezTo>
                  <a:cubicBezTo>
                    <a:pt x="533130" y="695352"/>
                    <a:pt x="539610" y="692111"/>
                    <a:pt x="543929" y="686349"/>
                  </a:cubicBezTo>
                  <a:lnTo>
                    <a:pt x="562288" y="664383"/>
                  </a:lnTo>
                  <a:cubicBezTo>
                    <a:pt x="566608" y="658982"/>
                    <a:pt x="568768" y="652140"/>
                    <a:pt x="568048" y="644938"/>
                  </a:cubicBezTo>
                  <a:cubicBezTo>
                    <a:pt x="567328" y="638096"/>
                    <a:pt x="564088" y="631614"/>
                    <a:pt x="558689" y="627293"/>
                  </a:cubicBezTo>
                  <a:cubicBezTo>
                    <a:pt x="553649" y="623332"/>
                    <a:pt x="547889" y="621171"/>
                    <a:pt x="541769" y="621171"/>
                  </a:cubicBezTo>
                  <a:close/>
                  <a:moveTo>
                    <a:pt x="466534" y="559234"/>
                  </a:moveTo>
                  <a:cubicBezTo>
                    <a:pt x="458974" y="559234"/>
                    <a:pt x="451415" y="562475"/>
                    <a:pt x="446015" y="568597"/>
                  </a:cubicBezTo>
                  <a:lnTo>
                    <a:pt x="428016" y="590923"/>
                  </a:lnTo>
                  <a:cubicBezTo>
                    <a:pt x="423336" y="596324"/>
                    <a:pt x="421176" y="603166"/>
                    <a:pt x="421896" y="610008"/>
                  </a:cubicBezTo>
                  <a:cubicBezTo>
                    <a:pt x="422616" y="617210"/>
                    <a:pt x="425856" y="623692"/>
                    <a:pt x="431616" y="628013"/>
                  </a:cubicBezTo>
                  <a:cubicBezTo>
                    <a:pt x="437015" y="632694"/>
                    <a:pt x="443495" y="634495"/>
                    <a:pt x="450695" y="634135"/>
                  </a:cubicBezTo>
                  <a:cubicBezTo>
                    <a:pt x="457894" y="633415"/>
                    <a:pt x="464374" y="629814"/>
                    <a:pt x="468694" y="624412"/>
                  </a:cubicBezTo>
                  <a:lnTo>
                    <a:pt x="486693" y="602446"/>
                  </a:lnTo>
                  <a:cubicBezTo>
                    <a:pt x="496052" y="590923"/>
                    <a:pt x="494252" y="574358"/>
                    <a:pt x="483093" y="564996"/>
                  </a:cubicBezTo>
                  <a:cubicBezTo>
                    <a:pt x="478413" y="561035"/>
                    <a:pt x="472293" y="559234"/>
                    <a:pt x="466534" y="559234"/>
                  </a:cubicBezTo>
                  <a:close/>
                  <a:moveTo>
                    <a:pt x="390938" y="496937"/>
                  </a:moveTo>
                  <a:cubicBezTo>
                    <a:pt x="390218" y="496937"/>
                    <a:pt x="389138" y="496937"/>
                    <a:pt x="388418" y="497297"/>
                  </a:cubicBezTo>
                  <a:cubicBezTo>
                    <a:pt x="381579" y="497657"/>
                    <a:pt x="375099" y="501258"/>
                    <a:pt x="370779" y="506660"/>
                  </a:cubicBezTo>
                  <a:lnTo>
                    <a:pt x="352420" y="528626"/>
                  </a:lnTo>
                  <a:cubicBezTo>
                    <a:pt x="348100" y="534387"/>
                    <a:pt x="345581" y="541229"/>
                    <a:pt x="346661" y="548071"/>
                  </a:cubicBezTo>
                  <a:cubicBezTo>
                    <a:pt x="347381" y="555273"/>
                    <a:pt x="350620" y="561395"/>
                    <a:pt x="356020" y="566076"/>
                  </a:cubicBezTo>
                  <a:cubicBezTo>
                    <a:pt x="367179" y="575079"/>
                    <a:pt x="384098" y="573638"/>
                    <a:pt x="393458" y="562475"/>
                  </a:cubicBezTo>
                  <a:lnTo>
                    <a:pt x="411457" y="540509"/>
                  </a:lnTo>
                  <a:cubicBezTo>
                    <a:pt x="416137" y="534747"/>
                    <a:pt x="417937" y="527906"/>
                    <a:pt x="417577" y="520704"/>
                  </a:cubicBezTo>
                  <a:cubicBezTo>
                    <a:pt x="416497" y="513862"/>
                    <a:pt x="413257" y="507380"/>
                    <a:pt x="407857" y="503059"/>
                  </a:cubicBezTo>
                  <a:cubicBezTo>
                    <a:pt x="403177" y="499098"/>
                    <a:pt x="397058" y="496937"/>
                    <a:pt x="390938" y="496937"/>
                  </a:cubicBezTo>
                  <a:close/>
                  <a:moveTo>
                    <a:pt x="313182" y="435000"/>
                  </a:moveTo>
                  <a:cubicBezTo>
                    <a:pt x="306343" y="435720"/>
                    <a:pt x="299863" y="438961"/>
                    <a:pt x="295183" y="444363"/>
                  </a:cubicBezTo>
                  <a:lnTo>
                    <a:pt x="277185" y="466689"/>
                  </a:lnTo>
                  <a:cubicBezTo>
                    <a:pt x="267825" y="477852"/>
                    <a:pt x="269265" y="494776"/>
                    <a:pt x="280784" y="503779"/>
                  </a:cubicBezTo>
                  <a:cubicBezTo>
                    <a:pt x="291944" y="513142"/>
                    <a:pt x="308503" y="511701"/>
                    <a:pt x="317862" y="500538"/>
                  </a:cubicBezTo>
                  <a:lnTo>
                    <a:pt x="336221" y="478212"/>
                  </a:lnTo>
                  <a:cubicBezTo>
                    <a:pt x="345221" y="467049"/>
                    <a:pt x="343781" y="450124"/>
                    <a:pt x="332621" y="440762"/>
                  </a:cubicBezTo>
                  <a:cubicBezTo>
                    <a:pt x="327942" y="437161"/>
                    <a:pt x="321822" y="435000"/>
                    <a:pt x="315702" y="435000"/>
                  </a:cubicBezTo>
                  <a:cubicBezTo>
                    <a:pt x="314982" y="435000"/>
                    <a:pt x="314262" y="435000"/>
                    <a:pt x="313182" y="435000"/>
                  </a:cubicBezTo>
                  <a:close/>
                  <a:moveTo>
                    <a:pt x="1123772" y="235031"/>
                  </a:moveTo>
                  <a:cubicBezTo>
                    <a:pt x="1129462" y="235031"/>
                    <a:pt x="1135151" y="237165"/>
                    <a:pt x="1139419" y="241432"/>
                  </a:cubicBezTo>
                  <a:cubicBezTo>
                    <a:pt x="1143330" y="245344"/>
                    <a:pt x="1145819" y="251033"/>
                    <a:pt x="1145819" y="257078"/>
                  </a:cubicBezTo>
                  <a:cubicBezTo>
                    <a:pt x="1145819" y="262768"/>
                    <a:pt x="1143330" y="268458"/>
                    <a:pt x="1139419" y="272369"/>
                  </a:cubicBezTo>
                  <a:cubicBezTo>
                    <a:pt x="1135151" y="276636"/>
                    <a:pt x="1129462" y="279126"/>
                    <a:pt x="1123772" y="279126"/>
                  </a:cubicBezTo>
                  <a:cubicBezTo>
                    <a:pt x="1117727" y="279126"/>
                    <a:pt x="1112037" y="276636"/>
                    <a:pt x="1108126" y="272369"/>
                  </a:cubicBezTo>
                  <a:cubicBezTo>
                    <a:pt x="1103859" y="268458"/>
                    <a:pt x="1101725" y="262768"/>
                    <a:pt x="1101725" y="257078"/>
                  </a:cubicBezTo>
                  <a:cubicBezTo>
                    <a:pt x="1101725" y="251033"/>
                    <a:pt x="1103859" y="245344"/>
                    <a:pt x="1108126" y="241432"/>
                  </a:cubicBezTo>
                  <a:cubicBezTo>
                    <a:pt x="1112037" y="237165"/>
                    <a:pt x="1117727" y="235031"/>
                    <a:pt x="1123772" y="235031"/>
                  </a:cubicBezTo>
                  <a:close/>
                  <a:moveTo>
                    <a:pt x="22047" y="235031"/>
                  </a:moveTo>
                  <a:cubicBezTo>
                    <a:pt x="27737" y="235031"/>
                    <a:pt x="33427" y="237165"/>
                    <a:pt x="37694" y="241432"/>
                  </a:cubicBezTo>
                  <a:cubicBezTo>
                    <a:pt x="41605" y="245344"/>
                    <a:pt x="44095" y="251033"/>
                    <a:pt x="44095" y="257078"/>
                  </a:cubicBezTo>
                  <a:cubicBezTo>
                    <a:pt x="44095" y="262768"/>
                    <a:pt x="41605" y="268458"/>
                    <a:pt x="37694" y="272369"/>
                  </a:cubicBezTo>
                  <a:cubicBezTo>
                    <a:pt x="33427" y="276636"/>
                    <a:pt x="27737" y="279126"/>
                    <a:pt x="22047" y="279126"/>
                  </a:cubicBezTo>
                  <a:cubicBezTo>
                    <a:pt x="16358" y="279126"/>
                    <a:pt x="10668" y="276636"/>
                    <a:pt x="6401" y="272369"/>
                  </a:cubicBezTo>
                  <a:cubicBezTo>
                    <a:pt x="2134" y="268458"/>
                    <a:pt x="0" y="262768"/>
                    <a:pt x="0" y="257078"/>
                  </a:cubicBezTo>
                  <a:cubicBezTo>
                    <a:pt x="0" y="251033"/>
                    <a:pt x="2134" y="245344"/>
                    <a:pt x="6401" y="241432"/>
                  </a:cubicBezTo>
                  <a:cubicBezTo>
                    <a:pt x="10668" y="237165"/>
                    <a:pt x="16358" y="235031"/>
                    <a:pt x="22047" y="235031"/>
                  </a:cubicBezTo>
                  <a:close/>
                  <a:moveTo>
                    <a:pt x="641124" y="75981"/>
                  </a:moveTo>
                  <a:cubicBezTo>
                    <a:pt x="595766" y="75981"/>
                    <a:pt x="553289" y="93266"/>
                    <a:pt x="521251" y="125314"/>
                  </a:cubicBezTo>
                  <a:lnTo>
                    <a:pt x="352060" y="292761"/>
                  </a:lnTo>
                  <a:cubicBezTo>
                    <a:pt x="338741" y="306085"/>
                    <a:pt x="338021" y="328051"/>
                    <a:pt x="351340" y="341374"/>
                  </a:cubicBezTo>
                  <a:cubicBezTo>
                    <a:pt x="362500" y="352537"/>
                    <a:pt x="379419" y="355418"/>
                    <a:pt x="393098" y="347496"/>
                  </a:cubicBezTo>
                  <a:lnTo>
                    <a:pt x="575968" y="244148"/>
                  </a:lnTo>
                  <a:cubicBezTo>
                    <a:pt x="579207" y="242347"/>
                    <a:pt x="583167" y="241267"/>
                    <a:pt x="586767" y="241267"/>
                  </a:cubicBezTo>
                  <a:lnTo>
                    <a:pt x="733999" y="241267"/>
                  </a:lnTo>
                  <a:cubicBezTo>
                    <a:pt x="746238" y="241267"/>
                    <a:pt x="756317" y="251350"/>
                    <a:pt x="756317" y="263593"/>
                  </a:cubicBezTo>
                  <a:cubicBezTo>
                    <a:pt x="756317" y="276196"/>
                    <a:pt x="746238" y="286279"/>
                    <a:pt x="733999" y="286279"/>
                  </a:cubicBezTo>
                  <a:lnTo>
                    <a:pt x="718159" y="286279"/>
                  </a:lnTo>
                  <a:lnTo>
                    <a:pt x="757915" y="325063"/>
                  </a:lnTo>
                  <a:lnTo>
                    <a:pt x="877990" y="442202"/>
                  </a:lnTo>
                  <a:lnTo>
                    <a:pt x="957906" y="399350"/>
                  </a:lnTo>
                  <a:lnTo>
                    <a:pt x="957906" y="252432"/>
                  </a:lnTo>
                  <a:lnTo>
                    <a:pt x="957906" y="75981"/>
                  </a:lnTo>
                  <a:close/>
                  <a:moveTo>
                    <a:pt x="506492" y="46993"/>
                  </a:moveTo>
                  <a:cubicBezTo>
                    <a:pt x="490922" y="47353"/>
                    <a:pt x="475353" y="48974"/>
                    <a:pt x="460054" y="51854"/>
                  </a:cubicBezTo>
                  <a:lnTo>
                    <a:pt x="276825" y="87864"/>
                  </a:lnTo>
                  <a:cubicBezTo>
                    <a:pt x="275745" y="87864"/>
                    <a:pt x="274305" y="88224"/>
                    <a:pt x="272505" y="88224"/>
                  </a:cubicBezTo>
                  <a:lnTo>
                    <a:pt x="187910" y="88224"/>
                  </a:lnTo>
                  <a:lnTo>
                    <a:pt x="187910" y="423117"/>
                  </a:lnTo>
                  <a:cubicBezTo>
                    <a:pt x="205909" y="426358"/>
                    <a:pt x="223188" y="433560"/>
                    <a:pt x="238307" y="444003"/>
                  </a:cubicBezTo>
                  <a:cubicBezTo>
                    <a:pt x="239747" y="441842"/>
                    <a:pt x="241187" y="440041"/>
                    <a:pt x="242626" y="438241"/>
                  </a:cubicBezTo>
                  <a:lnTo>
                    <a:pt x="260985" y="416275"/>
                  </a:lnTo>
                  <a:cubicBezTo>
                    <a:pt x="272865" y="401511"/>
                    <a:pt x="290144" y="392148"/>
                    <a:pt x="308863" y="390708"/>
                  </a:cubicBezTo>
                  <a:cubicBezTo>
                    <a:pt x="327942" y="388547"/>
                    <a:pt x="346301" y="394309"/>
                    <a:pt x="361060" y="406552"/>
                  </a:cubicBezTo>
                  <a:cubicBezTo>
                    <a:pt x="375459" y="418435"/>
                    <a:pt x="384098" y="435000"/>
                    <a:pt x="386258" y="452285"/>
                  </a:cubicBezTo>
                  <a:lnTo>
                    <a:pt x="402087" y="454291"/>
                  </a:lnTo>
                  <a:lnTo>
                    <a:pt x="412897" y="455661"/>
                  </a:lnTo>
                  <a:cubicBezTo>
                    <a:pt x="421356" y="458407"/>
                    <a:pt x="429276" y="462728"/>
                    <a:pt x="436295" y="468489"/>
                  </a:cubicBezTo>
                  <a:cubicBezTo>
                    <a:pt x="450335" y="480012"/>
                    <a:pt x="459334" y="496577"/>
                    <a:pt x="461494" y="514582"/>
                  </a:cubicBezTo>
                  <a:cubicBezTo>
                    <a:pt x="479133" y="513502"/>
                    <a:pt x="497132" y="518543"/>
                    <a:pt x="511891" y="530786"/>
                  </a:cubicBezTo>
                  <a:cubicBezTo>
                    <a:pt x="526290" y="542670"/>
                    <a:pt x="534930" y="559234"/>
                    <a:pt x="537090" y="576879"/>
                  </a:cubicBezTo>
                  <a:cubicBezTo>
                    <a:pt x="554369" y="575439"/>
                    <a:pt x="572368" y="580840"/>
                    <a:pt x="587127" y="592723"/>
                  </a:cubicBezTo>
                  <a:cubicBezTo>
                    <a:pt x="587487" y="593083"/>
                    <a:pt x="587847" y="593444"/>
                    <a:pt x="588207" y="593804"/>
                  </a:cubicBezTo>
                  <a:cubicBezTo>
                    <a:pt x="589287" y="594164"/>
                    <a:pt x="589647" y="594884"/>
                    <a:pt x="590727" y="595604"/>
                  </a:cubicBezTo>
                  <a:lnTo>
                    <a:pt x="623125" y="627293"/>
                  </a:lnTo>
                  <a:cubicBezTo>
                    <a:pt x="628525" y="632694"/>
                    <a:pt x="636444" y="635575"/>
                    <a:pt x="644004" y="635575"/>
                  </a:cubicBezTo>
                  <a:cubicBezTo>
                    <a:pt x="651563" y="635575"/>
                    <a:pt x="659123" y="632334"/>
                    <a:pt x="664523" y="626933"/>
                  </a:cubicBezTo>
                  <a:cubicBezTo>
                    <a:pt x="675682" y="615049"/>
                    <a:pt x="675682" y="596684"/>
                    <a:pt x="664163" y="585161"/>
                  </a:cubicBezTo>
                  <a:lnTo>
                    <a:pt x="547889" y="472090"/>
                  </a:lnTo>
                  <a:cubicBezTo>
                    <a:pt x="538890" y="463448"/>
                    <a:pt x="538890" y="449404"/>
                    <a:pt x="547529" y="440402"/>
                  </a:cubicBezTo>
                  <a:cubicBezTo>
                    <a:pt x="555809" y="431759"/>
                    <a:pt x="570208" y="431759"/>
                    <a:pt x="578847" y="440041"/>
                  </a:cubicBezTo>
                  <a:lnTo>
                    <a:pt x="635004" y="494416"/>
                  </a:lnTo>
                  <a:cubicBezTo>
                    <a:pt x="635004" y="494776"/>
                    <a:pt x="635364" y="494776"/>
                    <a:pt x="635724" y="495137"/>
                  </a:cubicBezTo>
                  <a:lnTo>
                    <a:pt x="751638" y="607848"/>
                  </a:lnTo>
                  <a:cubicBezTo>
                    <a:pt x="763517" y="619011"/>
                    <a:pt x="781876" y="619011"/>
                    <a:pt x="793395" y="607487"/>
                  </a:cubicBezTo>
                  <a:cubicBezTo>
                    <a:pt x="804555" y="595604"/>
                    <a:pt x="804195" y="577239"/>
                    <a:pt x="792675" y="566076"/>
                  </a:cubicBezTo>
                  <a:lnTo>
                    <a:pt x="676402" y="453005"/>
                  </a:lnTo>
                  <a:cubicBezTo>
                    <a:pt x="667762" y="444363"/>
                    <a:pt x="667402" y="429959"/>
                    <a:pt x="676042" y="421316"/>
                  </a:cubicBezTo>
                  <a:cubicBezTo>
                    <a:pt x="684681" y="412314"/>
                    <a:pt x="698721" y="411954"/>
                    <a:pt x="707720" y="420956"/>
                  </a:cubicBezTo>
                  <a:lnTo>
                    <a:pt x="780796" y="491896"/>
                  </a:lnTo>
                  <a:cubicBezTo>
                    <a:pt x="780796" y="491896"/>
                    <a:pt x="780796" y="491896"/>
                    <a:pt x="781156" y="491896"/>
                  </a:cubicBezTo>
                  <a:lnTo>
                    <a:pt x="855312" y="564276"/>
                  </a:lnTo>
                  <a:cubicBezTo>
                    <a:pt x="866831" y="575439"/>
                    <a:pt x="885550" y="575079"/>
                    <a:pt x="896709" y="563555"/>
                  </a:cubicBezTo>
                  <a:cubicBezTo>
                    <a:pt x="902109" y="558154"/>
                    <a:pt x="905349" y="550592"/>
                    <a:pt x="904989" y="542670"/>
                  </a:cubicBezTo>
                  <a:cubicBezTo>
                    <a:pt x="904989" y="534747"/>
                    <a:pt x="901749" y="527545"/>
                    <a:pt x="895989" y="522144"/>
                  </a:cubicBezTo>
                  <a:lnTo>
                    <a:pt x="711244" y="342013"/>
                  </a:lnTo>
                  <a:lnTo>
                    <a:pt x="654083" y="286279"/>
                  </a:lnTo>
                  <a:lnTo>
                    <a:pt x="592887" y="286279"/>
                  </a:lnTo>
                  <a:lnTo>
                    <a:pt x="415057" y="386387"/>
                  </a:lnTo>
                  <a:cubicBezTo>
                    <a:pt x="402817" y="393229"/>
                    <a:pt x="389498" y="396830"/>
                    <a:pt x="376179" y="396830"/>
                  </a:cubicBezTo>
                  <a:cubicBezTo>
                    <a:pt x="355300" y="396830"/>
                    <a:pt x="334421" y="388547"/>
                    <a:pt x="319302" y="372703"/>
                  </a:cubicBezTo>
                  <a:cubicBezTo>
                    <a:pt x="289064" y="341374"/>
                    <a:pt x="289784" y="291321"/>
                    <a:pt x="320382" y="261072"/>
                  </a:cubicBezTo>
                  <a:lnTo>
                    <a:pt x="489932" y="93266"/>
                  </a:lnTo>
                  <a:cubicBezTo>
                    <a:pt x="508291" y="74901"/>
                    <a:pt x="529890" y="60497"/>
                    <a:pt x="552929" y="49694"/>
                  </a:cubicBezTo>
                  <a:cubicBezTo>
                    <a:pt x="537630" y="47533"/>
                    <a:pt x="522061" y="46633"/>
                    <a:pt x="506492" y="46993"/>
                  </a:cubicBezTo>
                  <a:close/>
                  <a:moveTo>
                    <a:pt x="22319" y="0"/>
                  </a:moveTo>
                  <a:lnTo>
                    <a:pt x="143272" y="0"/>
                  </a:lnTo>
                  <a:cubicBezTo>
                    <a:pt x="167391" y="0"/>
                    <a:pt x="187190" y="19445"/>
                    <a:pt x="187910" y="43212"/>
                  </a:cubicBezTo>
                  <a:lnTo>
                    <a:pt x="270705" y="43212"/>
                  </a:lnTo>
                  <a:lnTo>
                    <a:pt x="451415" y="7922"/>
                  </a:lnTo>
                  <a:cubicBezTo>
                    <a:pt x="516931" y="-4681"/>
                    <a:pt x="583527" y="3241"/>
                    <a:pt x="644364" y="30969"/>
                  </a:cubicBezTo>
                  <a:cubicBezTo>
                    <a:pt x="644364" y="30969"/>
                    <a:pt x="644724" y="30969"/>
                    <a:pt x="645084" y="30969"/>
                  </a:cubicBezTo>
                  <a:lnTo>
                    <a:pt x="960066" y="30969"/>
                  </a:lnTo>
                  <a:cubicBezTo>
                    <a:pt x="965825" y="12964"/>
                    <a:pt x="982744" y="0"/>
                    <a:pt x="1002543" y="0"/>
                  </a:cubicBezTo>
                  <a:lnTo>
                    <a:pt x="1123496" y="0"/>
                  </a:lnTo>
                  <a:cubicBezTo>
                    <a:pt x="1135736" y="0"/>
                    <a:pt x="1145815" y="10083"/>
                    <a:pt x="1145815" y="22326"/>
                  </a:cubicBezTo>
                  <a:lnTo>
                    <a:pt x="1145815" y="169607"/>
                  </a:lnTo>
                  <a:cubicBezTo>
                    <a:pt x="1145815" y="181850"/>
                    <a:pt x="1135736" y="192293"/>
                    <a:pt x="1123496" y="192293"/>
                  </a:cubicBezTo>
                  <a:cubicBezTo>
                    <a:pt x="1111257" y="192293"/>
                    <a:pt x="1101178" y="181850"/>
                    <a:pt x="1101178" y="169607"/>
                  </a:cubicBezTo>
                  <a:lnTo>
                    <a:pt x="1101178" y="44652"/>
                  </a:lnTo>
                  <a:lnTo>
                    <a:pt x="1002543" y="44652"/>
                  </a:lnTo>
                  <a:lnTo>
                    <a:pt x="1002543" y="236220"/>
                  </a:lnTo>
                  <a:lnTo>
                    <a:pt x="1002543" y="469209"/>
                  </a:lnTo>
                  <a:lnTo>
                    <a:pt x="1101178" y="469209"/>
                  </a:lnTo>
                  <a:lnTo>
                    <a:pt x="1101178" y="343175"/>
                  </a:lnTo>
                  <a:cubicBezTo>
                    <a:pt x="1101178" y="330931"/>
                    <a:pt x="1111257" y="320849"/>
                    <a:pt x="1123496" y="320849"/>
                  </a:cubicBezTo>
                  <a:cubicBezTo>
                    <a:pt x="1135736" y="320849"/>
                    <a:pt x="1145815" y="330931"/>
                    <a:pt x="1145815" y="343175"/>
                  </a:cubicBezTo>
                  <a:lnTo>
                    <a:pt x="1145815" y="491536"/>
                  </a:lnTo>
                  <a:cubicBezTo>
                    <a:pt x="1145815" y="503779"/>
                    <a:pt x="1135736" y="514222"/>
                    <a:pt x="1123496" y="514222"/>
                  </a:cubicBezTo>
                  <a:lnTo>
                    <a:pt x="1002543" y="514222"/>
                  </a:lnTo>
                  <a:cubicBezTo>
                    <a:pt x="978065" y="514222"/>
                    <a:pt x="957906" y="494056"/>
                    <a:pt x="957906" y="469209"/>
                  </a:cubicBezTo>
                  <a:lnTo>
                    <a:pt x="957906" y="450124"/>
                  </a:lnTo>
                  <a:lnTo>
                    <a:pt x="911829" y="474971"/>
                  </a:lnTo>
                  <a:lnTo>
                    <a:pt x="927308" y="490095"/>
                  </a:lnTo>
                  <a:cubicBezTo>
                    <a:pt x="941707" y="503779"/>
                    <a:pt x="949626" y="522504"/>
                    <a:pt x="949986" y="542310"/>
                  </a:cubicBezTo>
                  <a:cubicBezTo>
                    <a:pt x="949986" y="561755"/>
                    <a:pt x="942787" y="580840"/>
                    <a:pt x="928748" y="594884"/>
                  </a:cubicBezTo>
                  <a:cubicBezTo>
                    <a:pt x="914348" y="609648"/>
                    <a:pt x="894909" y="617210"/>
                    <a:pt x="875831" y="617210"/>
                  </a:cubicBezTo>
                  <a:cubicBezTo>
                    <a:pt x="864311" y="617210"/>
                    <a:pt x="853152" y="614689"/>
                    <a:pt x="843072" y="609648"/>
                  </a:cubicBezTo>
                  <a:cubicBezTo>
                    <a:pt x="839473" y="620091"/>
                    <a:pt x="833353" y="630174"/>
                    <a:pt x="825433" y="638816"/>
                  </a:cubicBezTo>
                  <a:cubicBezTo>
                    <a:pt x="811034" y="653580"/>
                    <a:pt x="791595" y="661142"/>
                    <a:pt x="772156" y="661142"/>
                  </a:cubicBezTo>
                  <a:cubicBezTo>
                    <a:pt x="753437" y="661142"/>
                    <a:pt x="735079" y="654300"/>
                    <a:pt x="720679" y="640256"/>
                  </a:cubicBezTo>
                  <a:lnTo>
                    <a:pt x="712760" y="632694"/>
                  </a:lnTo>
                  <a:cubicBezTo>
                    <a:pt x="709520" y="641697"/>
                    <a:pt x="704120" y="650699"/>
                    <a:pt x="696921" y="657901"/>
                  </a:cubicBezTo>
                  <a:cubicBezTo>
                    <a:pt x="682881" y="671945"/>
                    <a:pt x="664523" y="680227"/>
                    <a:pt x="644364" y="680227"/>
                  </a:cubicBezTo>
                  <a:cubicBezTo>
                    <a:pt x="644364" y="680227"/>
                    <a:pt x="644004" y="680227"/>
                    <a:pt x="643644" y="680227"/>
                  </a:cubicBezTo>
                  <a:cubicBezTo>
                    <a:pt x="631404" y="680227"/>
                    <a:pt x="619525" y="677347"/>
                    <a:pt x="608726" y="671585"/>
                  </a:cubicBezTo>
                  <a:cubicBezTo>
                    <a:pt x="606206" y="679147"/>
                    <a:pt x="602246" y="686349"/>
                    <a:pt x="596846" y="692831"/>
                  </a:cubicBezTo>
                  <a:lnTo>
                    <a:pt x="578487" y="715157"/>
                  </a:lnTo>
                  <a:cubicBezTo>
                    <a:pt x="566608" y="729561"/>
                    <a:pt x="549329" y="738563"/>
                    <a:pt x="530250" y="740724"/>
                  </a:cubicBezTo>
                  <a:cubicBezTo>
                    <a:pt x="528090" y="740724"/>
                    <a:pt x="525930" y="741084"/>
                    <a:pt x="523411" y="741084"/>
                  </a:cubicBezTo>
                  <a:cubicBezTo>
                    <a:pt x="506851" y="741084"/>
                    <a:pt x="491372" y="735323"/>
                    <a:pt x="478413" y="724880"/>
                  </a:cubicBezTo>
                  <a:cubicBezTo>
                    <a:pt x="463654" y="712636"/>
                    <a:pt x="455014" y="696072"/>
                    <a:pt x="453215" y="678787"/>
                  </a:cubicBezTo>
                  <a:cubicBezTo>
                    <a:pt x="451415" y="678787"/>
                    <a:pt x="449975" y="678787"/>
                    <a:pt x="448175" y="678787"/>
                  </a:cubicBezTo>
                  <a:cubicBezTo>
                    <a:pt x="431616" y="678787"/>
                    <a:pt x="415777" y="673025"/>
                    <a:pt x="402817" y="662583"/>
                  </a:cubicBezTo>
                  <a:cubicBezTo>
                    <a:pt x="388778" y="651059"/>
                    <a:pt x="379779" y="634495"/>
                    <a:pt x="377619" y="616490"/>
                  </a:cubicBezTo>
                  <a:cubicBezTo>
                    <a:pt x="376179" y="616490"/>
                    <a:pt x="374379" y="616490"/>
                    <a:pt x="372939" y="616490"/>
                  </a:cubicBezTo>
                  <a:cubicBezTo>
                    <a:pt x="356740" y="616490"/>
                    <a:pt x="340901" y="611449"/>
                    <a:pt x="327582" y="600646"/>
                  </a:cubicBezTo>
                  <a:cubicBezTo>
                    <a:pt x="313542" y="589122"/>
                    <a:pt x="304543" y="572558"/>
                    <a:pt x="302383" y="554553"/>
                  </a:cubicBezTo>
                  <a:cubicBezTo>
                    <a:pt x="300943" y="554553"/>
                    <a:pt x="299143" y="554553"/>
                    <a:pt x="297343" y="554553"/>
                  </a:cubicBezTo>
                  <a:cubicBezTo>
                    <a:pt x="281504" y="554553"/>
                    <a:pt x="265305" y="549511"/>
                    <a:pt x="252346" y="538348"/>
                  </a:cubicBezTo>
                  <a:cubicBezTo>
                    <a:pt x="237227" y="526105"/>
                    <a:pt x="228947" y="509180"/>
                    <a:pt x="226787" y="491536"/>
                  </a:cubicBezTo>
                  <a:lnTo>
                    <a:pt x="216348" y="483253"/>
                  </a:lnTo>
                  <a:cubicBezTo>
                    <a:pt x="208068" y="476772"/>
                    <a:pt x="198349" y="472090"/>
                    <a:pt x="187910" y="469209"/>
                  </a:cubicBezTo>
                  <a:cubicBezTo>
                    <a:pt x="187910" y="494056"/>
                    <a:pt x="167751" y="514222"/>
                    <a:pt x="143272" y="514222"/>
                  </a:cubicBezTo>
                  <a:lnTo>
                    <a:pt x="22319" y="514222"/>
                  </a:lnTo>
                  <a:cubicBezTo>
                    <a:pt x="9720" y="514222"/>
                    <a:pt x="0" y="503779"/>
                    <a:pt x="0" y="491536"/>
                  </a:cubicBezTo>
                  <a:lnTo>
                    <a:pt x="0" y="350017"/>
                  </a:lnTo>
                  <a:cubicBezTo>
                    <a:pt x="0" y="337413"/>
                    <a:pt x="9720" y="327691"/>
                    <a:pt x="22319" y="327691"/>
                  </a:cubicBezTo>
                  <a:cubicBezTo>
                    <a:pt x="34558" y="327691"/>
                    <a:pt x="44638" y="337413"/>
                    <a:pt x="44638" y="350017"/>
                  </a:cubicBezTo>
                  <a:lnTo>
                    <a:pt x="44638" y="469209"/>
                  </a:lnTo>
                  <a:lnTo>
                    <a:pt x="143272" y="469209"/>
                  </a:lnTo>
                  <a:lnTo>
                    <a:pt x="143272" y="44652"/>
                  </a:lnTo>
                  <a:lnTo>
                    <a:pt x="44638" y="44652"/>
                  </a:lnTo>
                  <a:lnTo>
                    <a:pt x="44638" y="166366"/>
                  </a:lnTo>
                  <a:cubicBezTo>
                    <a:pt x="44638" y="178609"/>
                    <a:pt x="34558" y="188692"/>
                    <a:pt x="22319" y="188692"/>
                  </a:cubicBezTo>
                  <a:cubicBezTo>
                    <a:pt x="9720" y="188692"/>
                    <a:pt x="0" y="178609"/>
                    <a:pt x="0" y="166366"/>
                  </a:cubicBezTo>
                  <a:lnTo>
                    <a:pt x="0" y="22326"/>
                  </a:lnTo>
                  <a:cubicBezTo>
                    <a:pt x="0" y="10083"/>
                    <a:pt x="9720" y="0"/>
                    <a:pt x="22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48E9727A-D54E-9715-2572-CBEBDB554CC4}"/>
                </a:ext>
              </a:extLst>
            </p:cNvPr>
            <p:cNvSpPr txBox="1"/>
            <p:nvPr/>
          </p:nvSpPr>
          <p:spPr>
            <a:xfrm>
              <a:off x="6383380" y="3557121"/>
              <a:ext cx="261036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Liderar ações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 de Gestão de Mudanças.</a:t>
              </a:r>
            </a:p>
            <a:p>
              <a:endParaRPr lang="pt-BR" sz="1400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Garantir envolvimento e comprometimento 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de todos os colaboradores no projeto.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Garantir conhecimento das </a:t>
              </a:r>
              <a:r>
                <a:rPr lang="pt-BR" sz="1400" b="1" dirty="0">
                  <a:latin typeface="Roboto Condensed"/>
                  <a:ea typeface="Roboto Condensed"/>
                  <a:cs typeface="Roboto Condensed"/>
                  <a:sym typeface="Roboto Condensed"/>
                </a:rPr>
                <a:t>mudanças e seus impactos</a:t>
              </a:r>
              <a:r>
                <a:rPr lang="pt-BR" sz="1400" dirty="0">
                  <a:latin typeface="Roboto Condensed"/>
                  <a:ea typeface="Roboto Condensed"/>
                  <a:cs typeface="Roboto Condensed"/>
                  <a:sym typeface="Roboto Condensed"/>
                </a:rPr>
                <a:t>.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endParaRPr lang="pt-BR" sz="1400" dirty="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382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/>
        </p:nvSpPr>
        <p:spPr>
          <a:xfrm>
            <a:off x="0" y="156991"/>
            <a:ext cx="1219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000"/>
              <a:buFont typeface="Calibri"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3C93F5">
                    <a:lumMod val="50000"/>
                  </a:srgbClr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Transformação Digital: Estratégia em Ondas do </a:t>
            </a:r>
            <a:r>
              <a:rPr kumimoji="0" lang="pt-BR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3C93F5">
                    <a:lumMod val="50000"/>
                  </a:srgbClr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Tasy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3C93F5">
                    <a:lumMod val="50000"/>
                  </a:srgbClr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 Evolution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3C93F5">
                  <a:lumMod val="50000"/>
                </a:srgbClr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</p:txBody>
      </p:sp>
      <p:grpSp>
        <p:nvGrpSpPr>
          <p:cNvPr id="336" name="Google Shape;336;p9"/>
          <p:cNvGrpSpPr/>
          <p:nvPr/>
        </p:nvGrpSpPr>
        <p:grpSpPr>
          <a:xfrm>
            <a:off x="7096470" y="1717557"/>
            <a:ext cx="3198093" cy="3859069"/>
            <a:chOff x="8710186" y="3458459"/>
            <a:chExt cx="3242328" cy="4085340"/>
          </a:xfrm>
        </p:grpSpPr>
        <p:sp>
          <p:nvSpPr>
            <p:cNvPr id="337" name="Google Shape;337;p9"/>
            <p:cNvSpPr/>
            <p:nvPr/>
          </p:nvSpPr>
          <p:spPr>
            <a:xfrm>
              <a:off x="8710187" y="4000262"/>
              <a:ext cx="3242327" cy="3543537"/>
            </a:xfrm>
            <a:custGeom>
              <a:avLst/>
              <a:gdLst/>
              <a:ahLst/>
              <a:cxnLst/>
              <a:rect l="l" t="t" r="r" b="b"/>
              <a:pathLst>
                <a:path w="4261" h="3768" extrusionOk="0">
                  <a:moveTo>
                    <a:pt x="0" y="0"/>
                  </a:moveTo>
                  <a:lnTo>
                    <a:pt x="4260" y="0"/>
                  </a:lnTo>
                  <a:lnTo>
                    <a:pt x="4260" y="3767"/>
                  </a:lnTo>
                  <a:lnTo>
                    <a:pt x="0" y="3767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0">
                  <a:srgbClr val="3074C1">
                    <a:shade val="30000"/>
                    <a:satMod val="115000"/>
                  </a:srgbClr>
                </a:gs>
                <a:gs pos="50000">
                  <a:srgbClr val="3074C1">
                    <a:shade val="67500"/>
                    <a:satMod val="115000"/>
                  </a:srgbClr>
                </a:gs>
                <a:gs pos="100000">
                  <a:srgbClr val="3074C1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  <a:tabLst/>
                <a:defRPr/>
              </a:pPr>
              <a:endParaRPr kumimoji="0" sz="193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8710186" y="3458459"/>
              <a:ext cx="3242327" cy="541804"/>
            </a:xfrm>
            <a:prstGeom prst="snip2SameRect">
              <a:avLst>
                <a:gd name="adj1" fmla="val 16667"/>
                <a:gd name="adj2" fmla="val 0"/>
              </a:avLst>
            </a:prstGeom>
            <a:gradFill flip="none" rotWithShape="1">
              <a:gsLst>
                <a:gs pos="0">
                  <a:srgbClr val="1F3864">
                    <a:shade val="30000"/>
                    <a:satMod val="115000"/>
                  </a:srgbClr>
                </a:gs>
                <a:gs pos="50000">
                  <a:srgbClr val="1F3864">
                    <a:shade val="67500"/>
                    <a:satMod val="115000"/>
                  </a:srgbClr>
                </a:gs>
                <a:gs pos="100000">
                  <a:srgbClr val="1F3864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  <a:tabLst/>
                <a:defRPr/>
              </a:pPr>
              <a:r>
                <a:rPr kumimoji="0" lang="pt-BR" sz="1937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Trebuchet MS"/>
                </a:rPr>
                <a:t>Onda 3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Arial"/>
              </a:endParaRPr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4582829" y="2500922"/>
            <a:ext cx="2782459" cy="3075767"/>
            <a:chOff x="5088851" y="4031871"/>
            <a:chExt cx="3242326" cy="3511927"/>
          </a:xfrm>
        </p:grpSpPr>
        <p:sp>
          <p:nvSpPr>
            <p:cNvPr id="340" name="Google Shape;340;p9"/>
            <p:cNvSpPr/>
            <p:nvPr/>
          </p:nvSpPr>
          <p:spPr>
            <a:xfrm>
              <a:off x="5088851" y="4537476"/>
              <a:ext cx="3242326" cy="3006322"/>
            </a:xfrm>
            <a:custGeom>
              <a:avLst/>
              <a:gdLst/>
              <a:ahLst/>
              <a:cxnLst/>
              <a:rect l="l" t="t" r="r" b="b"/>
              <a:pathLst>
                <a:path w="4261" h="3081" extrusionOk="0">
                  <a:moveTo>
                    <a:pt x="4260" y="0"/>
                  </a:moveTo>
                  <a:lnTo>
                    <a:pt x="0" y="0"/>
                  </a:lnTo>
                  <a:lnTo>
                    <a:pt x="0" y="3080"/>
                  </a:lnTo>
                  <a:lnTo>
                    <a:pt x="4260" y="3080"/>
                  </a:lnTo>
                  <a:lnTo>
                    <a:pt x="4260" y="0"/>
                  </a:lnTo>
                </a:path>
              </a:pathLst>
            </a:custGeom>
            <a:gradFill flip="none" rotWithShape="1">
              <a:gsLst>
                <a:gs pos="0">
                  <a:srgbClr val="5994D5">
                    <a:shade val="30000"/>
                    <a:satMod val="115000"/>
                  </a:srgbClr>
                </a:gs>
                <a:gs pos="50000">
                  <a:srgbClr val="5994D5">
                    <a:shade val="67500"/>
                    <a:satMod val="115000"/>
                  </a:srgbClr>
                </a:gs>
                <a:gs pos="100000">
                  <a:srgbClr val="5994D5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  <a:tabLst/>
                <a:defRPr/>
              </a:pPr>
              <a:endParaRPr kumimoji="0" sz="19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5088851" y="4031871"/>
              <a:ext cx="3242326" cy="520367"/>
            </a:xfrm>
            <a:prstGeom prst="snip2SameRect">
              <a:avLst>
                <a:gd name="adj1" fmla="val 16667"/>
                <a:gd name="adj2" fmla="val 0"/>
              </a:avLst>
            </a:prstGeom>
            <a:gradFill flip="none" rotWithShape="1">
              <a:gsLst>
                <a:gs pos="0">
                  <a:srgbClr val="1F3864">
                    <a:shade val="30000"/>
                    <a:satMod val="115000"/>
                  </a:srgbClr>
                </a:gs>
                <a:gs pos="50000">
                  <a:srgbClr val="1F3864">
                    <a:shade val="67500"/>
                    <a:satMod val="115000"/>
                  </a:srgbClr>
                </a:gs>
                <a:gs pos="100000">
                  <a:srgbClr val="1F3864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  <a:tabLst/>
                <a:defRPr/>
              </a:pPr>
              <a:r>
                <a:rPr kumimoji="0" lang="pt-BR" sz="1937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Trebuchet MS"/>
                </a:rPr>
                <a:t>Onda 2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Arial"/>
              </a:endParaRPr>
            </a:p>
          </p:txBody>
        </p:sp>
      </p:grpSp>
      <p:cxnSp>
        <p:nvCxnSpPr>
          <p:cNvPr id="342" name="Google Shape;342;p9"/>
          <p:cNvCxnSpPr/>
          <p:nvPr/>
        </p:nvCxnSpPr>
        <p:spPr>
          <a:xfrm rot="10800000">
            <a:off x="1439528" y="1497439"/>
            <a:ext cx="0" cy="4166416"/>
          </a:xfrm>
          <a:prstGeom prst="straightConnector1">
            <a:avLst/>
          </a:prstGeom>
          <a:noFill/>
          <a:ln w="53975" cap="flat" cmpd="sng">
            <a:solidFill>
              <a:srgbClr val="52525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3" name="Google Shape;343;p9"/>
          <p:cNvCxnSpPr/>
          <p:nvPr/>
        </p:nvCxnSpPr>
        <p:spPr>
          <a:xfrm rot="10800000" flipH="1">
            <a:off x="1436215" y="5605820"/>
            <a:ext cx="9324000" cy="40256"/>
          </a:xfrm>
          <a:prstGeom prst="straightConnector1">
            <a:avLst/>
          </a:prstGeom>
          <a:noFill/>
          <a:ln w="53975" cap="flat" cmpd="sng">
            <a:solidFill>
              <a:srgbClr val="52525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4" name="Google Shape;344;p9"/>
          <p:cNvSpPr txBox="1"/>
          <p:nvPr/>
        </p:nvSpPr>
        <p:spPr>
          <a:xfrm rot="-5400000">
            <a:off x="-678696" y="3608129"/>
            <a:ext cx="348460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Maturidade Digital e 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Conformidade às melhores práticas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9849569" y="5856463"/>
            <a:ext cx="843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Ondas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grpSp>
        <p:nvGrpSpPr>
          <p:cNvPr id="346" name="Google Shape;346;p9"/>
          <p:cNvGrpSpPr/>
          <p:nvPr/>
        </p:nvGrpSpPr>
        <p:grpSpPr>
          <a:xfrm>
            <a:off x="1949931" y="3366353"/>
            <a:ext cx="2784879" cy="2211687"/>
            <a:chOff x="1348098" y="4568647"/>
            <a:chExt cx="3247999" cy="3000271"/>
          </a:xfrm>
        </p:grpSpPr>
        <p:sp>
          <p:nvSpPr>
            <p:cNvPr id="347" name="Google Shape;347;p9"/>
            <p:cNvSpPr/>
            <p:nvPr/>
          </p:nvSpPr>
          <p:spPr>
            <a:xfrm>
              <a:off x="1348098" y="4568647"/>
              <a:ext cx="3247999" cy="649523"/>
            </a:xfrm>
            <a:prstGeom prst="snip2SameRect">
              <a:avLst>
                <a:gd name="adj1" fmla="val 16667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  <a:tabLst/>
                <a:defRPr/>
              </a:pPr>
              <a:r>
                <a:rPr kumimoji="0" lang="pt-BR" sz="1937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Trebuchet MS"/>
                </a:rPr>
                <a:t>Onda 1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Arial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1350934" y="5218170"/>
              <a:ext cx="3242327" cy="2350748"/>
            </a:xfrm>
            <a:custGeom>
              <a:avLst/>
              <a:gdLst/>
              <a:ahLst/>
              <a:cxnLst/>
              <a:rect l="l" t="t" r="r" b="b"/>
              <a:pathLst>
                <a:path w="4260" h="3081" extrusionOk="0">
                  <a:moveTo>
                    <a:pt x="0" y="0"/>
                  </a:moveTo>
                  <a:lnTo>
                    <a:pt x="4259" y="0"/>
                  </a:lnTo>
                  <a:lnTo>
                    <a:pt x="4259" y="3080"/>
                  </a:lnTo>
                  <a:lnTo>
                    <a:pt x="0" y="308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0">
                  <a:srgbClr val="7CABDE">
                    <a:shade val="30000"/>
                    <a:satMod val="115000"/>
                  </a:srgbClr>
                </a:gs>
                <a:gs pos="50000">
                  <a:srgbClr val="7CABDE">
                    <a:shade val="67500"/>
                    <a:satMod val="115000"/>
                  </a:srgbClr>
                </a:gs>
                <a:gs pos="100000">
                  <a:srgbClr val="7CABDE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endParaRPr>
            </a:p>
          </p:txBody>
        </p:sp>
      </p:grpSp>
      <p:sp>
        <p:nvSpPr>
          <p:cNvPr id="349" name="Google Shape;349;p9"/>
          <p:cNvSpPr txBox="1"/>
          <p:nvPr/>
        </p:nvSpPr>
        <p:spPr>
          <a:xfrm>
            <a:off x="1965479" y="4393676"/>
            <a:ext cx="272434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Migração 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+ 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Funções que substituem módulos anteriores (CPOE, por ex.)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+ 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Melhorias de menor complexidade</a:t>
            </a:r>
          </a:p>
        </p:txBody>
      </p:sp>
      <p:sp>
        <p:nvSpPr>
          <p:cNvPr id="350" name="Google Shape;350;p9"/>
          <p:cNvSpPr txBox="1"/>
          <p:nvPr/>
        </p:nvSpPr>
        <p:spPr>
          <a:xfrm>
            <a:off x="4670058" y="4122107"/>
            <a:ext cx="272434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Revitalização 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+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Novos Módulos com incorporação de 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melhores práticas digitais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2330337" y="3923105"/>
            <a:ext cx="19376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Evolução</a:t>
            </a:r>
            <a:endParaRPr kumimoji="0" sz="16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5060849" y="3218544"/>
            <a:ext cx="182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Sofisticação</a:t>
            </a:r>
            <a:endParaRPr kumimoji="0" sz="16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7689538" y="2325659"/>
            <a:ext cx="182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Inovação</a:t>
            </a:r>
            <a:endParaRPr kumimoji="0" sz="16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7354199" y="3148412"/>
            <a:ext cx="268224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Implantação de Novos Módulos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+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Implantação de Recursos Avançados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+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Trebuchet MS"/>
              </a:rPr>
              <a:t>Novas tecnologias digitais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Trebuchet MS"/>
            </a:endParaRPr>
          </a:p>
        </p:txBody>
      </p:sp>
      <p:cxnSp>
        <p:nvCxnSpPr>
          <p:cNvPr id="2" name="Google Shape;342;p9">
            <a:extLst>
              <a:ext uri="{FF2B5EF4-FFF2-40B4-BE49-F238E27FC236}">
                <a16:creationId xmlns:a16="http://schemas.microsoft.com/office/drawing/2014/main" id="{BA1A1C25-D7A8-0021-BF0E-DC27199902B2}"/>
              </a:ext>
            </a:extLst>
          </p:cNvPr>
          <p:cNvCxnSpPr/>
          <p:nvPr/>
        </p:nvCxnSpPr>
        <p:spPr>
          <a:xfrm rot="10800000">
            <a:off x="10496135" y="1415545"/>
            <a:ext cx="0" cy="4166416"/>
          </a:xfrm>
          <a:prstGeom prst="straightConnector1">
            <a:avLst/>
          </a:prstGeom>
          <a:noFill/>
          <a:ln w="53975" cap="flat" cmpd="sng">
            <a:solidFill>
              <a:srgbClr val="52525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Google Shape;344;p9">
            <a:extLst>
              <a:ext uri="{FF2B5EF4-FFF2-40B4-BE49-F238E27FC236}">
                <a16:creationId xmlns:a16="http://schemas.microsoft.com/office/drawing/2014/main" id="{91EC6CD8-B24F-83B5-53B8-DD6E04B78786}"/>
              </a:ext>
            </a:extLst>
          </p:cNvPr>
          <p:cNvSpPr txBox="1"/>
          <p:nvPr/>
        </p:nvSpPr>
        <p:spPr>
          <a:xfrm rot="5400000" flipH="1">
            <a:off x="9272334" y="3796893"/>
            <a:ext cx="3282054" cy="3385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Uso Pleno e Significativo do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Tasy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sp>
        <p:nvSpPr>
          <p:cNvPr id="4" name="Chave Esquerda 3">
            <a:extLst>
              <a:ext uri="{FF2B5EF4-FFF2-40B4-BE49-F238E27FC236}">
                <a16:creationId xmlns:a16="http://schemas.microsoft.com/office/drawing/2014/main" id="{5BEBA6B2-2C1F-8060-0DF7-8681CABE86B8}"/>
              </a:ext>
            </a:extLst>
          </p:cNvPr>
          <p:cNvSpPr/>
          <p:nvPr/>
        </p:nvSpPr>
        <p:spPr>
          <a:xfrm rot="16200000">
            <a:off x="3072376" y="4529896"/>
            <a:ext cx="552647" cy="278487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B23494-E921-B164-1A74-F6B7225CCF28}"/>
              </a:ext>
            </a:extLst>
          </p:cNvPr>
          <p:cNvSpPr txBox="1"/>
          <p:nvPr/>
        </p:nvSpPr>
        <p:spPr>
          <a:xfrm>
            <a:off x="1965479" y="6330458"/>
            <a:ext cx="27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Projeto Atual</a:t>
            </a:r>
          </a:p>
        </p:txBody>
      </p:sp>
      <p:sp>
        <p:nvSpPr>
          <p:cNvPr id="6" name="Chave Esquerda 5">
            <a:extLst>
              <a:ext uri="{FF2B5EF4-FFF2-40B4-BE49-F238E27FC236}">
                <a16:creationId xmlns:a16="http://schemas.microsoft.com/office/drawing/2014/main" id="{5A529CC0-291D-5CC7-1D07-2C52FF6A4FAE}"/>
              </a:ext>
            </a:extLst>
          </p:cNvPr>
          <p:cNvSpPr/>
          <p:nvPr/>
        </p:nvSpPr>
        <p:spPr>
          <a:xfrm rot="16200000">
            <a:off x="7247881" y="3143901"/>
            <a:ext cx="552647" cy="554071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F145F6-7A33-9B49-73FC-16858D20FED6}"/>
              </a:ext>
            </a:extLst>
          </p:cNvPr>
          <p:cNvSpPr txBox="1"/>
          <p:nvPr/>
        </p:nvSpPr>
        <p:spPr>
          <a:xfrm>
            <a:off x="6131764" y="6311186"/>
            <a:ext cx="27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Projetos Futuros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1891E-C2FD-8909-2E8D-BE54D6A5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934C8B-FD3D-C367-E623-3FD4E3F39A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2ED85-5B0F-3D82-D161-D99F99ACF7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E2798-80FD-41AB-83D3-D8E1017A73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777C5-BED1-2F49-66CA-2A3A99546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/>
              <a:t>Motivadores do Projeto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  <p:pic>
        <p:nvPicPr>
          <p:cNvPr id="4098" name="Picture 2" descr="Motivação no trabalho: saiba o que gera esse sentimento">
            <a:extLst>
              <a:ext uri="{FF2B5EF4-FFF2-40B4-BE49-F238E27FC236}">
                <a16:creationId xmlns:a16="http://schemas.microsoft.com/office/drawing/2014/main" id="{A7BDC32E-57AB-B7C5-6E75-053722A7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564" y="2183835"/>
            <a:ext cx="4427251" cy="249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E8C0C-E39C-FA02-0DD2-E346080A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Motivadores do Projeto</a:t>
            </a:r>
          </a:p>
        </p:txBody>
      </p:sp>
      <p:sp>
        <p:nvSpPr>
          <p:cNvPr id="4" name="Google Shape;365;p10">
            <a:extLst>
              <a:ext uri="{FF2B5EF4-FFF2-40B4-BE49-F238E27FC236}">
                <a16:creationId xmlns:a16="http://schemas.microsoft.com/office/drawing/2014/main" id="{52E200D7-3B16-4776-4B37-C9D20BBF39F3}"/>
              </a:ext>
            </a:extLst>
          </p:cNvPr>
          <p:cNvSpPr/>
          <p:nvPr/>
        </p:nvSpPr>
        <p:spPr>
          <a:xfrm>
            <a:off x="824946" y="2310253"/>
            <a:ext cx="4858169" cy="68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600" dirty="0">
                <a:latin typeface="Roboto Condensed"/>
                <a:ea typeface="Roboto Condensed"/>
                <a:cs typeface="Roboto Condensed"/>
                <a:sym typeface="Roboto Condensed"/>
              </a:rPr>
              <a:t>Novos produtos e recursos oferecidos apenas pelo </a:t>
            </a:r>
            <a:r>
              <a:rPr lang="pt-BR" sz="1600" dirty="0" err="1">
                <a:latin typeface="Roboto Condensed"/>
                <a:ea typeface="Roboto Condensed"/>
                <a:cs typeface="Roboto Condensed"/>
                <a:sym typeface="Roboto Condensed"/>
              </a:rPr>
              <a:t>Tasy</a:t>
            </a:r>
            <a:r>
              <a:rPr lang="pt-BR" sz="1600" dirty="0">
                <a:latin typeface="Roboto Condensed"/>
                <a:ea typeface="Roboto Condensed"/>
                <a:cs typeface="Roboto Condensed"/>
                <a:sym typeface="Roboto Condensed"/>
              </a:rPr>
              <a:t> HTML5</a:t>
            </a:r>
            <a:endParaRPr lang="pt-BR" sz="1600" i="0" u="none" strike="noStrike" cap="none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Google Shape;365;p10">
            <a:extLst>
              <a:ext uri="{FF2B5EF4-FFF2-40B4-BE49-F238E27FC236}">
                <a16:creationId xmlns:a16="http://schemas.microsoft.com/office/drawing/2014/main" id="{FD808863-ADEA-9D4D-E792-17F3795EE9B9}"/>
              </a:ext>
            </a:extLst>
          </p:cNvPr>
          <p:cNvSpPr/>
          <p:nvPr/>
        </p:nvSpPr>
        <p:spPr>
          <a:xfrm>
            <a:off x="824946" y="3234467"/>
            <a:ext cx="4858169" cy="68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600" dirty="0">
                <a:latin typeface="Roboto Condensed"/>
                <a:ea typeface="Roboto Condensed"/>
                <a:cs typeface="Roboto Condensed"/>
              </a:rPr>
              <a:t>Facilidade de Integração e Escalabilidade</a:t>
            </a:r>
            <a:endParaRPr lang="pt-BR" sz="16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365;p10">
            <a:extLst>
              <a:ext uri="{FF2B5EF4-FFF2-40B4-BE49-F238E27FC236}">
                <a16:creationId xmlns:a16="http://schemas.microsoft.com/office/drawing/2014/main" id="{B63F103C-C4D0-C31A-F2CF-B01793EA1A2A}"/>
              </a:ext>
            </a:extLst>
          </p:cNvPr>
          <p:cNvSpPr/>
          <p:nvPr/>
        </p:nvSpPr>
        <p:spPr>
          <a:xfrm>
            <a:off x="808006" y="4180256"/>
            <a:ext cx="4876698" cy="68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200" dirty="0">
                <a:latin typeface="Roboto Condensed"/>
                <a:ea typeface="Roboto Condensed"/>
                <a:cs typeface="Roboto Condensed"/>
              </a:rPr>
              <a:t>N</a:t>
            </a:r>
            <a:r>
              <a:rPr lang="pt-BR" sz="1400" dirty="0">
                <a:latin typeface="Roboto Condensed"/>
                <a:ea typeface="Roboto Condensed"/>
                <a:cs typeface="Roboto Condensed"/>
              </a:rPr>
              <a:t>ova interface oferece design mais intuitivo, responsivo e padronizado, facilitando o uso por profissionais da saúde.</a:t>
            </a:r>
            <a:endParaRPr lang="pt-BR" sz="14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365;p10">
            <a:extLst>
              <a:ext uri="{FF2B5EF4-FFF2-40B4-BE49-F238E27FC236}">
                <a16:creationId xmlns:a16="http://schemas.microsoft.com/office/drawing/2014/main" id="{A9B79F3A-B65B-B663-2F8A-A3AE947428E4}"/>
              </a:ext>
            </a:extLst>
          </p:cNvPr>
          <p:cNvSpPr/>
          <p:nvPr/>
        </p:nvSpPr>
        <p:spPr>
          <a:xfrm>
            <a:off x="6355940" y="3193791"/>
            <a:ext cx="5028054" cy="68400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dirty="0">
                <a:latin typeface="Roboto Condensed"/>
                <a:ea typeface="Roboto Condensed"/>
                <a:cs typeface="Roboto Condensed"/>
                <a:sym typeface="Roboto Condensed"/>
              </a:rPr>
              <a:t>Saneamento de Perfis atuais</a:t>
            </a:r>
            <a:endParaRPr sz="1600" i="0" u="none" strike="noStrike" cap="none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365;p10">
            <a:extLst>
              <a:ext uri="{FF2B5EF4-FFF2-40B4-BE49-F238E27FC236}">
                <a16:creationId xmlns:a16="http://schemas.microsoft.com/office/drawing/2014/main" id="{2EFF6187-304F-5132-2D89-895023055178}"/>
              </a:ext>
            </a:extLst>
          </p:cNvPr>
          <p:cNvSpPr/>
          <p:nvPr/>
        </p:nvSpPr>
        <p:spPr>
          <a:xfrm>
            <a:off x="6355940" y="4180256"/>
            <a:ext cx="5028054" cy="68400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dirty="0">
                <a:latin typeface="Roboto Condensed"/>
                <a:ea typeface="Roboto Condensed"/>
                <a:cs typeface="Roboto Condensed"/>
              </a:rPr>
              <a:t>Agilidade no atendimento</a:t>
            </a:r>
            <a:endParaRPr sz="16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365;p10">
            <a:extLst>
              <a:ext uri="{FF2B5EF4-FFF2-40B4-BE49-F238E27FC236}">
                <a16:creationId xmlns:a16="http://schemas.microsoft.com/office/drawing/2014/main" id="{E43A6DD9-B21F-5BC9-33D1-2044DBC7CC04}"/>
              </a:ext>
            </a:extLst>
          </p:cNvPr>
          <p:cNvSpPr/>
          <p:nvPr/>
        </p:nvSpPr>
        <p:spPr>
          <a:xfrm>
            <a:off x="6355940" y="5063794"/>
            <a:ext cx="5028054" cy="68400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dirty="0">
                <a:latin typeface="Roboto Condensed"/>
                <a:ea typeface="Roboto Condensed"/>
                <a:cs typeface="Roboto Condensed"/>
              </a:rPr>
              <a:t>Versão web recebe atualizações mais frequentes, trazendo novos recursos e correções com mais agilidade.</a:t>
            </a:r>
            <a:endParaRPr lang="pt-BR" sz="16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80B5602-07F4-956B-242C-5994DB3FCE2C}"/>
              </a:ext>
            </a:extLst>
          </p:cNvPr>
          <p:cNvSpPr txBox="1"/>
          <p:nvPr/>
        </p:nvSpPr>
        <p:spPr>
          <a:xfrm>
            <a:off x="824947" y="1631014"/>
            <a:ext cx="4441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Design e Arquitetura do Sistema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F88A816-99C5-7A0B-A52A-081F0730B130}"/>
              </a:ext>
            </a:extLst>
          </p:cNvPr>
          <p:cNvSpPr txBox="1"/>
          <p:nvPr/>
        </p:nvSpPr>
        <p:spPr>
          <a:xfrm>
            <a:off x="6607546" y="1645163"/>
            <a:ext cx="4441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Melhorias de Processos</a:t>
            </a:r>
          </a:p>
        </p:txBody>
      </p:sp>
      <p:sp>
        <p:nvSpPr>
          <p:cNvPr id="3" name="Google Shape;365;p10">
            <a:extLst>
              <a:ext uri="{FF2B5EF4-FFF2-40B4-BE49-F238E27FC236}">
                <a16:creationId xmlns:a16="http://schemas.microsoft.com/office/drawing/2014/main" id="{BF3D0999-6CBF-2873-20AE-D1B908A7862F}"/>
              </a:ext>
            </a:extLst>
          </p:cNvPr>
          <p:cNvSpPr/>
          <p:nvPr/>
        </p:nvSpPr>
        <p:spPr>
          <a:xfrm>
            <a:off x="6355940" y="2280900"/>
            <a:ext cx="5028054" cy="68400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dirty="0">
                <a:latin typeface="Roboto Condensed"/>
                <a:ea typeface="Roboto Condensed"/>
                <a:cs typeface="Roboto Condensed"/>
                <a:sym typeface="Roboto Condensed"/>
              </a:rPr>
              <a:t>Oportunidade para discussão sobre melhoria de processos.</a:t>
            </a:r>
            <a:endParaRPr sz="1600" i="0" u="none" strike="noStrike" cap="none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365;p10">
            <a:extLst>
              <a:ext uri="{FF2B5EF4-FFF2-40B4-BE49-F238E27FC236}">
                <a16:creationId xmlns:a16="http://schemas.microsoft.com/office/drawing/2014/main" id="{DCF5BB9B-64FC-74AC-DCFA-F3BF7BA63A10}"/>
              </a:ext>
            </a:extLst>
          </p:cNvPr>
          <p:cNvSpPr/>
          <p:nvPr/>
        </p:nvSpPr>
        <p:spPr>
          <a:xfrm>
            <a:off x="808005" y="5123178"/>
            <a:ext cx="4858169" cy="68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dirty="0">
                <a:latin typeface="Roboto Condensed"/>
                <a:ea typeface="Roboto Condensed"/>
                <a:cs typeface="Roboto Condensed"/>
              </a:rPr>
              <a:t>Conformidade com Requisitos Regulatórios e Segurança</a:t>
            </a:r>
            <a:endParaRPr sz="16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28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7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EE325-9CA4-18EB-1AEB-1ACB1F4F3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6C305-8369-AC29-6992-9947F64C7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05E30-252B-DAF8-45A7-848B35F7AC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85DA5-B00C-1EC0-3B16-A996F3273A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26F8B-E995-BCC4-440A-6F0C4F7ED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/>
              <a:t>Organograma, Papéis e Responsabilidades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6612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dirty="0">
                <a:solidFill>
                  <a:schemeClr val="accent1"/>
                </a:solidFill>
              </a:rPr>
              <a:t>Áreas e Tipos de Mudanças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91" name="Google Shape;191;p50"/>
          <p:cNvSpPr/>
          <p:nvPr/>
        </p:nvSpPr>
        <p:spPr>
          <a:xfrm>
            <a:off x="459987" y="2486845"/>
            <a:ext cx="3393465" cy="249382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548135">
                  <a:shade val="30000"/>
                  <a:satMod val="115000"/>
                </a:srgbClr>
              </a:gs>
              <a:gs pos="50000">
                <a:srgbClr val="548135">
                  <a:shade val="67500"/>
                  <a:satMod val="115000"/>
                </a:srgbClr>
              </a:gs>
              <a:gs pos="100000">
                <a:srgbClr val="548135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Envolve apenas migração, sem mudanças significativas de funções, cadastros e/ou conceitos.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pt-BR" sz="1700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Funções de área verdes não são “plug </a:t>
            </a:r>
            <a:r>
              <a:rPr lang="pt-BR" sz="1700" b="0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</a:t>
            </a: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play” porém são migradas pela equipe do cliente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0"/>
          <p:cNvSpPr/>
          <p:nvPr/>
        </p:nvSpPr>
        <p:spPr>
          <a:xfrm>
            <a:off x="4245937" y="2486845"/>
            <a:ext cx="3720164" cy="249382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2E75B5">
                  <a:shade val="30000"/>
                  <a:satMod val="115000"/>
                </a:srgbClr>
              </a:gs>
              <a:gs pos="50000">
                <a:srgbClr val="2E75B5">
                  <a:shade val="67500"/>
                  <a:satMod val="115000"/>
                </a:srgbClr>
              </a:gs>
              <a:gs pos="100000">
                <a:srgbClr val="2E75B5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Envolve migração com pequenas mudanças nas funções e/ou cadastros.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Ordem de Serviços, Atendimento por Lote, Conta Paciente, Agenda Integrada, Central de Laudos.</a:t>
            </a:r>
          </a:p>
          <a:p>
            <a:pPr lvl="0" algn="ctr">
              <a:buClr>
                <a:srgbClr val="000000"/>
              </a:buClr>
              <a:buSzPts val="1700"/>
            </a:pPr>
            <a:r>
              <a:rPr lang="pt-BR" sz="17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São migradas pela equipe do cliente com o apoio da consultoria Philips</a:t>
            </a:r>
            <a:endParaRPr sz="1700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Arial"/>
            </a:endParaRPr>
          </a:p>
        </p:txBody>
      </p:sp>
      <p:sp>
        <p:nvSpPr>
          <p:cNvPr id="193" name="Google Shape;193;p50"/>
          <p:cNvSpPr/>
          <p:nvPr/>
        </p:nvSpPr>
        <p:spPr>
          <a:xfrm>
            <a:off x="8338548" y="2486845"/>
            <a:ext cx="3393465" cy="249382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F7F7F">
                  <a:shade val="30000"/>
                  <a:satMod val="115000"/>
                </a:srgbClr>
              </a:gs>
              <a:gs pos="50000">
                <a:srgbClr val="7F7F7F">
                  <a:shade val="67500"/>
                  <a:satMod val="115000"/>
                </a:srgbClr>
              </a:gs>
              <a:gs pos="100000">
                <a:srgbClr val="7F7F7F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Envolve mudanças significativas de funções, conceitos e, consequentemente, processos, sendo considerada uma nova implantação</a:t>
            </a:r>
            <a:r>
              <a:rPr lang="pt-BR" sz="17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Philips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CPOE, GPT, ADEP, PEP, Gestão da Nutrição</a:t>
            </a:r>
            <a:endParaRPr sz="1700" b="0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" name="Google Shape;194;p50"/>
          <p:cNvSpPr txBox="1"/>
          <p:nvPr/>
        </p:nvSpPr>
        <p:spPr>
          <a:xfrm>
            <a:off x="1375896" y="1875858"/>
            <a:ext cx="15616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54813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Área Verde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0"/>
          <p:cNvSpPr txBox="1"/>
          <p:nvPr/>
        </p:nvSpPr>
        <p:spPr>
          <a:xfrm>
            <a:off x="5413361" y="1875857"/>
            <a:ext cx="13853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2F54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Área Azul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0"/>
          <p:cNvSpPr txBox="1"/>
          <p:nvPr/>
        </p:nvSpPr>
        <p:spPr>
          <a:xfrm>
            <a:off x="9274495" y="1875856"/>
            <a:ext cx="15215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52525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Área Cinza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 txBox="1">
            <a:spLocks noGrp="1"/>
          </p:cNvSpPr>
          <p:nvPr>
            <p:ph type="title"/>
          </p:nvPr>
        </p:nvSpPr>
        <p:spPr>
          <a:xfrm>
            <a:off x="235299" y="113432"/>
            <a:ext cx="10515600" cy="83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Arial"/>
              <a:buNone/>
            </a:pPr>
            <a:r>
              <a:rPr lang="pt-BR" sz="4400" dirty="0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Papel da PHILIPS no </a:t>
            </a:r>
            <a:r>
              <a:rPr lang="pt-BR" sz="4400" dirty="0" err="1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Tasy</a:t>
            </a:r>
            <a:r>
              <a:rPr lang="pt-BR" sz="4400" dirty="0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 Evolution</a:t>
            </a:r>
            <a:endParaRPr dirty="0">
              <a:cs typeface="Roboto Condensed" panose="02000000000000000000" pitchFamily="2" charset="0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876262" y="1805331"/>
            <a:ext cx="7596000" cy="684000"/>
          </a:xfrm>
          <a:prstGeom prst="rect">
            <a:avLst/>
          </a:prstGeom>
          <a:solidFill>
            <a:srgbClr val="88BDF9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539"/>
              </a:buClr>
              <a:buSzPts val="1600"/>
              <a:buFont typeface="Roboto Condensed"/>
              <a:buNone/>
            </a:pPr>
            <a:r>
              <a:rPr lang="pt-BR" sz="1600" b="1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Implantação</a:t>
            </a:r>
            <a:r>
              <a:rPr lang="pt-BR" sz="1600" b="0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das funções das áreas cinzas (aderência, parametrização, testes, etc.).</a:t>
            </a:r>
            <a:endParaRPr dirty="0"/>
          </a:p>
        </p:txBody>
      </p:sp>
      <p:sp>
        <p:nvSpPr>
          <p:cNvPr id="363" name="Google Shape;363;p10"/>
          <p:cNvSpPr/>
          <p:nvPr/>
        </p:nvSpPr>
        <p:spPr>
          <a:xfrm>
            <a:off x="3876261" y="2851828"/>
            <a:ext cx="7596000" cy="684000"/>
          </a:xfrm>
          <a:prstGeom prst="rect">
            <a:avLst/>
          </a:prstGeom>
          <a:solidFill>
            <a:srgbClr val="EFCE8D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Apoio </a:t>
            </a: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 migração das áreas azuis.</a:t>
            </a:r>
            <a:endParaRPr dirty="0"/>
          </a:p>
        </p:txBody>
      </p:sp>
      <p:sp>
        <p:nvSpPr>
          <p:cNvPr id="364" name="Google Shape;364;p10"/>
          <p:cNvSpPr/>
          <p:nvPr/>
        </p:nvSpPr>
        <p:spPr>
          <a:xfrm>
            <a:off x="3866322" y="5101037"/>
            <a:ext cx="7596000" cy="684000"/>
          </a:xfrm>
          <a:prstGeom prst="rect">
            <a:avLst/>
          </a:prstGeom>
          <a:solidFill>
            <a:srgbClr val="E7B653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Migração e validação das </a:t>
            </a: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integrações</a:t>
            </a: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Philips.</a:t>
            </a:r>
            <a:endParaRPr sz="1600" b="0" i="0" u="none" strike="noStrike" cap="none" dirty="0">
              <a:solidFill>
                <a:srgbClr val="252525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866323" y="3976433"/>
            <a:ext cx="7596000" cy="684000"/>
          </a:xfrm>
          <a:prstGeom prst="rect">
            <a:avLst/>
          </a:prstGeom>
          <a:solidFill>
            <a:srgbClr val="4E8BD4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BR" sz="1600" b="1" dirty="0">
                <a:latin typeface="Roboto Condensed"/>
                <a:ea typeface="Roboto Condensed"/>
                <a:cs typeface="Roboto Condensed"/>
                <a:sym typeface="Roboto Condensed"/>
              </a:rPr>
              <a:t>Criação do cronograma, plano de migração e controle e apoio ao time do cliente </a:t>
            </a:r>
            <a:r>
              <a:rPr lang="pt-BR" sz="1600" dirty="0"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1600" b="1" i="0" u="none" strike="noStrike" cap="none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" name="Google Shape;793;p27">
            <a:extLst>
              <a:ext uri="{FF2B5EF4-FFF2-40B4-BE49-F238E27FC236}">
                <a16:creationId xmlns:a16="http://schemas.microsoft.com/office/drawing/2014/main" id="{20FBAF2F-AD02-3C41-DBB9-442DBB198B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2463164"/>
            <a:ext cx="1752600" cy="222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8" descr="Botelho Hospital da Visão - Amo Assistência">
            <a:extLst>
              <a:ext uri="{FF2B5EF4-FFF2-40B4-BE49-F238E27FC236}">
                <a16:creationId xmlns:a16="http://schemas.microsoft.com/office/drawing/2014/main" id="{36341B63-94F9-652E-6BD4-B67BED1D76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407399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01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 txBox="1">
            <a:spLocks noGrp="1"/>
          </p:cNvSpPr>
          <p:nvPr>
            <p:ph type="title"/>
          </p:nvPr>
        </p:nvSpPr>
        <p:spPr>
          <a:xfrm>
            <a:off x="235299" y="113432"/>
            <a:ext cx="10515600" cy="83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Arial"/>
              <a:buNone/>
            </a:pPr>
            <a:r>
              <a:rPr lang="pt-BR" sz="4000" dirty="0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Papel da Instituição de Saúde no </a:t>
            </a:r>
            <a:r>
              <a:rPr lang="pt-BR" sz="4000" dirty="0" err="1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Tasy</a:t>
            </a:r>
            <a:r>
              <a:rPr lang="pt-BR" sz="4000" dirty="0">
                <a:solidFill>
                  <a:srgbClr val="2E75B5"/>
                </a:solidFill>
                <a:cs typeface="Roboto Condensed" panose="02000000000000000000" pitchFamily="2" charset="0"/>
                <a:sym typeface="Arial"/>
              </a:rPr>
              <a:t> Evolution</a:t>
            </a:r>
            <a:endParaRPr sz="4000" dirty="0">
              <a:cs typeface="Roboto Condensed" panose="02000000000000000000" pitchFamily="2" charset="0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876262" y="1252672"/>
            <a:ext cx="7822095" cy="655200"/>
          </a:xfrm>
          <a:prstGeom prst="rect">
            <a:avLst/>
          </a:prstGeom>
          <a:solidFill>
            <a:srgbClr val="88BDF9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539"/>
              </a:buClr>
              <a:buSzPts val="1600"/>
              <a:buFont typeface="Roboto Condensed"/>
              <a:buNone/>
            </a:pPr>
            <a:r>
              <a:rPr lang="pt-BR" sz="1600" b="1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Migração</a:t>
            </a:r>
            <a:r>
              <a:rPr lang="pt-BR" sz="1600" b="0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das funções das áreas verdes (parametrização, validação, testes de jornada, etc.).</a:t>
            </a:r>
            <a:endParaRPr dirty="0"/>
          </a:p>
        </p:txBody>
      </p:sp>
      <p:sp>
        <p:nvSpPr>
          <p:cNvPr id="363" name="Google Shape;363;p10"/>
          <p:cNvSpPr/>
          <p:nvPr/>
        </p:nvSpPr>
        <p:spPr>
          <a:xfrm>
            <a:off x="3876261" y="2068058"/>
            <a:ext cx="7822095" cy="718435"/>
          </a:xfrm>
          <a:prstGeom prst="rect">
            <a:avLst/>
          </a:prstGeom>
          <a:solidFill>
            <a:srgbClr val="EFCE8D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Migração e validação de </a:t>
            </a: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integrações</a:t>
            </a: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desenvolvidas internamente ou por terceiros.</a:t>
            </a:r>
            <a:endParaRPr dirty="0"/>
          </a:p>
        </p:txBody>
      </p:sp>
      <p:sp>
        <p:nvSpPr>
          <p:cNvPr id="364" name="Google Shape;364;p10"/>
          <p:cNvSpPr/>
          <p:nvPr/>
        </p:nvSpPr>
        <p:spPr>
          <a:xfrm>
            <a:off x="3866322" y="3865097"/>
            <a:ext cx="7822096" cy="655201"/>
          </a:xfrm>
          <a:prstGeom prst="rect">
            <a:avLst/>
          </a:prstGeom>
          <a:solidFill>
            <a:srgbClr val="E7B653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Treinamento</a:t>
            </a: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dos usuários finais.</a:t>
            </a:r>
            <a:endParaRPr sz="1600" b="0" i="0" u="none" strike="noStrike" cap="none" dirty="0">
              <a:solidFill>
                <a:srgbClr val="252525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866323" y="2971602"/>
            <a:ext cx="7822095" cy="718435"/>
          </a:xfrm>
          <a:prstGeom prst="rect">
            <a:avLst/>
          </a:prstGeom>
          <a:solidFill>
            <a:srgbClr val="4E8BD4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Migrar, criar e validar </a:t>
            </a:r>
            <a:r>
              <a:rPr lang="pt-BR" sz="1600" b="1" i="0" u="none" strike="noStrike" cap="none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cadastros, </a:t>
            </a:r>
            <a:r>
              <a:rPr lang="pt-BR" sz="1600" b="1" i="0" u="none" strike="noStrike" cap="none" dirty="0" err="1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templates</a:t>
            </a:r>
            <a:r>
              <a:rPr lang="pt-BR" sz="1600" b="1" i="0" u="none" strike="noStrike" cap="none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avaliações</a:t>
            </a: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</a:t>
            </a:r>
            <a:r>
              <a:rPr lang="pt-BR" sz="1600" b="1" i="0" u="none" strike="noStrike" cap="none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relatórios</a:t>
            </a:r>
            <a:r>
              <a:rPr lang="pt-BR" sz="1600" b="0" i="0" u="none" strike="noStrike" cap="none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1600" b="1" i="0" u="none" strike="noStrike" cap="none" dirty="0">
              <a:solidFill>
                <a:srgbClr val="252525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Google Shape;362;p10">
            <a:extLst>
              <a:ext uri="{FF2B5EF4-FFF2-40B4-BE49-F238E27FC236}">
                <a16:creationId xmlns:a16="http://schemas.microsoft.com/office/drawing/2014/main" id="{24D42E45-2765-988E-ACB2-59BFCA177380}"/>
              </a:ext>
            </a:extLst>
          </p:cNvPr>
          <p:cNvSpPr/>
          <p:nvPr/>
        </p:nvSpPr>
        <p:spPr>
          <a:xfrm>
            <a:off x="3866322" y="4700581"/>
            <a:ext cx="7822095" cy="655200"/>
          </a:xfrm>
          <a:prstGeom prst="rect">
            <a:avLst/>
          </a:prstGeom>
          <a:solidFill>
            <a:srgbClr val="88BDF9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539"/>
              </a:buClr>
              <a:buSzPts val="1600"/>
              <a:buFont typeface="Roboto Condensed"/>
              <a:buNone/>
            </a:pPr>
            <a:r>
              <a:rPr lang="pt-BR" sz="1600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Garantir adequação de </a:t>
            </a:r>
            <a:r>
              <a:rPr lang="pt-BR" sz="1600" b="1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infraestrutura</a:t>
            </a:r>
            <a:r>
              <a:rPr lang="pt-BR" sz="1600" i="0" u="none" strike="noStrike" cap="none" dirty="0">
                <a:solidFill>
                  <a:srgbClr val="31353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dirty="0"/>
          </a:p>
        </p:txBody>
      </p:sp>
      <p:sp>
        <p:nvSpPr>
          <p:cNvPr id="4" name="Google Shape;363;p10">
            <a:extLst>
              <a:ext uri="{FF2B5EF4-FFF2-40B4-BE49-F238E27FC236}">
                <a16:creationId xmlns:a16="http://schemas.microsoft.com/office/drawing/2014/main" id="{558453F0-4553-E2AA-16F6-2A725369E55B}"/>
              </a:ext>
            </a:extLst>
          </p:cNvPr>
          <p:cNvSpPr/>
          <p:nvPr/>
        </p:nvSpPr>
        <p:spPr>
          <a:xfrm>
            <a:off x="3866321" y="5569309"/>
            <a:ext cx="7822095" cy="718435"/>
          </a:xfrm>
          <a:prstGeom prst="rect">
            <a:avLst/>
          </a:prstGeom>
          <a:solidFill>
            <a:srgbClr val="EFCE8D"/>
          </a:soli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Gerenciar</a:t>
            </a:r>
            <a:r>
              <a:rPr lang="pt-BR" sz="1600" dirty="0">
                <a:solidFill>
                  <a:srgbClr val="25252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as atividades de responsabilidade da instituição</a:t>
            </a:r>
            <a:endParaRPr dirty="0"/>
          </a:p>
        </p:txBody>
      </p:sp>
      <p:pic>
        <p:nvPicPr>
          <p:cNvPr id="2" name="Picture 8" descr="Botelho Hospital da Visão - Amo Assistência">
            <a:extLst>
              <a:ext uri="{FF2B5EF4-FFF2-40B4-BE49-F238E27FC236}">
                <a16:creationId xmlns:a16="http://schemas.microsoft.com/office/drawing/2014/main" id="{999E0A74-99BC-F919-CC7B-56C22BAFB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407399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Botelho Hospital da Visão - Amo Assistência">
            <a:extLst>
              <a:ext uri="{FF2B5EF4-FFF2-40B4-BE49-F238E27FC236}">
                <a16:creationId xmlns:a16="http://schemas.microsoft.com/office/drawing/2014/main" id="{B14D111E-73B7-DDA1-FEC6-B62215EEF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40" y="2068058"/>
            <a:ext cx="3152965" cy="315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22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3"/>
          <p:cNvSpPr txBox="1">
            <a:spLocks noGrp="1"/>
          </p:cNvSpPr>
          <p:nvPr>
            <p:ph type="title"/>
          </p:nvPr>
        </p:nvSpPr>
        <p:spPr>
          <a:xfrm>
            <a:off x="350740" y="60240"/>
            <a:ext cx="11442910" cy="80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74C1"/>
              </a:buClr>
              <a:buSzPts val="4400"/>
              <a:buFont typeface="Calibri"/>
              <a:buNone/>
            </a:pPr>
            <a:r>
              <a:rPr lang="pt-BR" sz="3600" dirty="0"/>
              <a:t>Organograma</a:t>
            </a:r>
            <a:endParaRPr sz="3200" dirty="0"/>
          </a:p>
        </p:txBody>
      </p:sp>
      <p:cxnSp>
        <p:nvCxnSpPr>
          <p:cNvPr id="921" name="Google Shape;921;p43"/>
          <p:cNvCxnSpPr/>
          <p:nvPr/>
        </p:nvCxnSpPr>
        <p:spPr>
          <a:xfrm>
            <a:off x="6035810" y="1583300"/>
            <a:ext cx="0" cy="2952000"/>
          </a:xfrm>
          <a:prstGeom prst="straightConnector1">
            <a:avLst/>
          </a:prstGeom>
          <a:noFill/>
          <a:ln w="19050" cap="flat" cmpd="sng">
            <a:solidFill>
              <a:srgbClr val="00468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2" name="Google Shape;922;p43"/>
          <p:cNvCxnSpPr/>
          <p:nvPr/>
        </p:nvCxnSpPr>
        <p:spPr>
          <a:xfrm>
            <a:off x="605734" y="1978683"/>
            <a:ext cx="113896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924" name="Google Shape;924;p43"/>
          <p:cNvCxnSpPr/>
          <p:nvPr/>
        </p:nvCxnSpPr>
        <p:spPr>
          <a:xfrm>
            <a:off x="565618" y="3218369"/>
            <a:ext cx="113896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927" name="Google Shape;927;p43"/>
          <p:cNvCxnSpPr/>
          <p:nvPr/>
        </p:nvCxnSpPr>
        <p:spPr>
          <a:xfrm>
            <a:off x="4666998" y="2594165"/>
            <a:ext cx="1368000" cy="0"/>
          </a:xfrm>
          <a:prstGeom prst="straightConnector1">
            <a:avLst/>
          </a:prstGeom>
          <a:noFill/>
          <a:ln w="19050" cap="flat" cmpd="sng">
            <a:solidFill>
              <a:srgbClr val="0046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8" name="Google Shape;928;p43"/>
          <p:cNvSpPr/>
          <p:nvPr/>
        </p:nvSpPr>
        <p:spPr>
          <a:xfrm>
            <a:off x="4602434" y="466007"/>
            <a:ext cx="2866751" cy="13029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pt-BR" dirty="0" err="1">
                <a:sym typeface="Verdana"/>
              </a:rPr>
              <a:t>Séia</a:t>
            </a:r>
            <a:r>
              <a:rPr lang="pt-BR" dirty="0">
                <a:sym typeface="Verdana"/>
              </a:rPr>
              <a:t> - Gestão do Hospital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Verdana"/>
            </a:endParaRPr>
          </a:p>
        </p:txBody>
      </p:sp>
      <p:sp>
        <p:nvSpPr>
          <p:cNvPr id="929" name="Google Shape;929;p43"/>
          <p:cNvSpPr txBox="1"/>
          <p:nvPr/>
        </p:nvSpPr>
        <p:spPr>
          <a:xfrm>
            <a:off x="5350998" y="478615"/>
            <a:ext cx="1484347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Comitê Executivo</a:t>
            </a:r>
            <a:r>
              <a:rPr lang="pt-BR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:</a:t>
            </a:r>
            <a:endParaRPr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</p:txBody>
      </p:sp>
      <p:sp>
        <p:nvSpPr>
          <p:cNvPr id="932" name="Google Shape;932;p43"/>
          <p:cNvSpPr/>
          <p:nvPr/>
        </p:nvSpPr>
        <p:spPr>
          <a:xfrm>
            <a:off x="7076464" y="2213732"/>
            <a:ext cx="3014421" cy="682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Arial"/>
            </a:endParaRPr>
          </a:p>
          <a:p>
            <a:pPr lvl="0" algn="ctr"/>
            <a:r>
              <a:rPr lang="nl-NL" dirty="0"/>
              <a:t>Marcelo Casturino</a:t>
            </a:r>
            <a:endParaRPr sz="1100" dirty="0">
              <a:solidFill>
                <a:schemeClr val="lt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Calibri"/>
            </a:endParaRPr>
          </a:p>
        </p:txBody>
      </p:sp>
      <p:sp>
        <p:nvSpPr>
          <p:cNvPr id="933" name="Google Shape;933;p43"/>
          <p:cNvSpPr txBox="1"/>
          <p:nvPr/>
        </p:nvSpPr>
        <p:spPr>
          <a:xfrm>
            <a:off x="7385353" y="2245808"/>
            <a:ext cx="2396645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Gerente do Projeto Cliente</a:t>
            </a:r>
            <a:endParaRPr lang="pt-BR" sz="14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sp>
        <p:nvSpPr>
          <p:cNvPr id="936" name="Google Shape;936;p43"/>
          <p:cNvSpPr/>
          <p:nvPr/>
        </p:nvSpPr>
        <p:spPr>
          <a:xfrm>
            <a:off x="2385391" y="2217150"/>
            <a:ext cx="2321728" cy="7403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chemeClr val="dk1"/>
              </a:buClr>
              <a:buSzPts val="900"/>
            </a:pPr>
            <a:r>
              <a:rPr lang="nl-NL" dirty="0"/>
              <a:t>Adam Leonard</a:t>
            </a:r>
            <a:endParaRPr sz="11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Calibri"/>
            </a:endParaRPr>
          </a:p>
        </p:txBody>
      </p:sp>
      <p:cxnSp>
        <p:nvCxnSpPr>
          <p:cNvPr id="952" name="Google Shape;952;p43"/>
          <p:cNvCxnSpPr>
            <a:cxnSpLocks/>
          </p:cNvCxnSpPr>
          <p:nvPr/>
        </p:nvCxnSpPr>
        <p:spPr>
          <a:xfrm>
            <a:off x="2239360" y="3510195"/>
            <a:ext cx="0" cy="1525429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3" name="Google Shape;953;p43"/>
          <p:cNvSpPr/>
          <p:nvPr/>
        </p:nvSpPr>
        <p:spPr>
          <a:xfrm>
            <a:off x="965202" y="4966020"/>
            <a:ext cx="2517913" cy="12899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r>
              <a:rPr lang="pt-BR" sz="11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Consultor Philips</a:t>
            </a:r>
            <a:endParaRPr sz="11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960" name="Google Shape;960;p43"/>
          <p:cNvCxnSpPr/>
          <p:nvPr/>
        </p:nvCxnSpPr>
        <p:spPr>
          <a:xfrm>
            <a:off x="621166" y="6512110"/>
            <a:ext cx="1137421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966" name="Google Shape;966;p43"/>
          <p:cNvCxnSpPr>
            <a:cxnSpLocks/>
          </p:cNvCxnSpPr>
          <p:nvPr/>
        </p:nvCxnSpPr>
        <p:spPr>
          <a:xfrm>
            <a:off x="2224159" y="3510195"/>
            <a:ext cx="7452000" cy="0"/>
          </a:xfrm>
          <a:prstGeom prst="straightConnector1">
            <a:avLst/>
          </a:prstGeom>
          <a:noFill/>
          <a:ln w="19050" cap="flat" cmpd="sng">
            <a:solidFill>
              <a:srgbClr val="0046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8" name="Google Shape;978;p43"/>
          <p:cNvSpPr txBox="1"/>
          <p:nvPr/>
        </p:nvSpPr>
        <p:spPr>
          <a:xfrm>
            <a:off x="2466617" y="2252326"/>
            <a:ext cx="2200381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Gerente do Projeto Philips</a:t>
            </a:r>
            <a:endParaRPr sz="14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sp>
        <p:nvSpPr>
          <p:cNvPr id="979" name="Google Shape;979;p43"/>
          <p:cNvSpPr txBox="1"/>
          <p:nvPr/>
        </p:nvSpPr>
        <p:spPr>
          <a:xfrm>
            <a:off x="1340016" y="4977224"/>
            <a:ext cx="1798688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Consultores Philips</a:t>
            </a:r>
            <a:endParaRPr sz="14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cxnSp>
        <p:nvCxnSpPr>
          <p:cNvPr id="3" name="Google Shape;976;p43">
            <a:extLst>
              <a:ext uri="{FF2B5EF4-FFF2-40B4-BE49-F238E27FC236}">
                <a16:creationId xmlns:a16="http://schemas.microsoft.com/office/drawing/2014/main" id="{F8D00518-7463-C446-1303-1266EEE5D2FD}"/>
              </a:ext>
            </a:extLst>
          </p:cNvPr>
          <p:cNvCxnSpPr/>
          <p:nvPr/>
        </p:nvCxnSpPr>
        <p:spPr>
          <a:xfrm>
            <a:off x="6043693" y="2589984"/>
            <a:ext cx="1044000" cy="0"/>
          </a:xfrm>
          <a:prstGeom prst="straightConnector1">
            <a:avLst/>
          </a:prstGeom>
          <a:noFill/>
          <a:ln w="19050" cap="flat" cmpd="sng">
            <a:solidFill>
              <a:srgbClr val="0046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953;p43">
            <a:extLst>
              <a:ext uri="{FF2B5EF4-FFF2-40B4-BE49-F238E27FC236}">
                <a16:creationId xmlns:a16="http://schemas.microsoft.com/office/drawing/2014/main" id="{FC9F7C96-F135-9E13-41D1-43AA91DD1D2C}"/>
              </a:ext>
            </a:extLst>
          </p:cNvPr>
          <p:cNvSpPr/>
          <p:nvPr/>
        </p:nvSpPr>
        <p:spPr>
          <a:xfrm>
            <a:off x="4776955" y="4965133"/>
            <a:ext cx="2517913" cy="12833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chemeClr val="dk1"/>
              </a:buClr>
              <a:buSzPts val="800"/>
            </a:pPr>
            <a:r>
              <a:rPr lang="pt-BR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Marcelo - TI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Allan - DBA</a:t>
            </a:r>
            <a:endParaRPr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" name="Google Shape;979;p43">
            <a:extLst>
              <a:ext uri="{FF2B5EF4-FFF2-40B4-BE49-F238E27FC236}">
                <a16:creationId xmlns:a16="http://schemas.microsoft.com/office/drawing/2014/main" id="{3E712E4E-CFFA-86DD-40F1-36A61B1E8038}"/>
              </a:ext>
            </a:extLst>
          </p:cNvPr>
          <p:cNvSpPr txBox="1"/>
          <p:nvPr/>
        </p:nvSpPr>
        <p:spPr>
          <a:xfrm>
            <a:off x="5144349" y="4968939"/>
            <a:ext cx="1798688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Analistas TI</a:t>
            </a:r>
            <a:endParaRPr sz="14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cxnSp>
        <p:nvCxnSpPr>
          <p:cNvPr id="10" name="Google Shape;952;p43">
            <a:extLst>
              <a:ext uri="{FF2B5EF4-FFF2-40B4-BE49-F238E27FC236}">
                <a16:creationId xmlns:a16="http://schemas.microsoft.com/office/drawing/2014/main" id="{ACFE9D4A-57DB-1E5D-0549-01BE23F40352}"/>
              </a:ext>
            </a:extLst>
          </p:cNvPr>
          <p:cNvCxnSpPr>
            <a:cxnSpLocks/>
          </p:cNvCxnSpPr>
          <p:nvPr/>
        </p:nvCxnSpPr>
        <p:spPr>
          <a:xfrm>
            <a:off x="9676111" y="3508602"/>
            <a:ext cx="0" cy="949453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953;p43">
            <a:extLst>
              <a:ext uri="{FF2B5EF4-FFF2-40B4-BE49-F238E27FC236}">
                <a16:creationId xmlns:a16="http://schemas.microsoft.com/office/drawing/2014/main" id="{60DD97EF-19AF-CB97-DCF5-C7323EAAE93C}"/>
              </a:ext>
            </a:extLst>
          </p:cNvPr>
          <p:cNvSpPr/>
          <p:nvPr/>
        </p:nvSpPr>
        <p:spPr>
          <a:xfrm>
            <a:off x="7831153" y="4458055"/>
            <a:ext cx="3778644" cy="18351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Janaína - Financeiro e faturamento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Daiana - Enfermagem / Exames / Centro cirúrgico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Bruna - </a:t>
            </a:r>
            <a:r>
              <a:rPr lang="pt-BR" sz="1200" dirty="0" err="1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Farmacia</a:t>
            </a: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 / Estoque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Marcelo - TI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Raquel - RH</a:t>
            </a: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Mariana - Orientação </a:t>
            </a:r>
            <a:r>
              <a:rPr lang="pt-BR" sz="1200" dirty="0" err="1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Cirurgica</a:t>
            </a:r>
            <a:endParaRPr lang="pt-BR" sz="12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Verdana"/>
            </a:endParaRPr>
          </a:p>
          <a:p>
            <a:pPr lvl="0" algn="ctr">
              <a:buClr>
                <a:schemeClr val="dk1"/>
              </a:buClr>
              <a:buSzPts val="800"/>
            </a:pP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Denise - Atendimento (recepções </a:t>
            </a:r>
            <a:r>
              <a:rPr lang="pt-BR" sz="1200" dirty="0" err="1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terreo</a:t>
            </a:r>
            <a:r>
              <a:rPr lang="pt-BR" sz="1200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Verdana"/>
              </a:rPr>
              <a:t> e 1o andar)</a:t>
            </a:r>
            <a:endParaRPr sz="12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" name="Google Shape;979;p43">
            <a:extLst>
              <a:ext uri="{FF2B5EF4-FFF2-40B4-BE49-F238E27FC236}">
                <a16:creationId xmlns:a16="http://schemas.microsoft.com/office/drawing/2014/main" id="{54871CCD-6982-4474-12B2-B7F23AEF553D}"/>
              </a:ext>
            </a:extLst>
          </p:cNvPr>
          <p:cNvSpPr txBox="1"/>
          <p:nvPr/>
        </p:nvSpPr>
        <p:spPr>
          <a:xfrm>
            <a:off x="8776767" y="4541563"/>
            <a:ext cx="1798688" cy="307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r>
              <a:rPr lang="pt-BR" sz="1400" b="1" dirty="0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Key </a:t>
            </a:r>
            <a:r>
              <a:rPr lang="pt-BR" sz="1400" b="1" dirty="0" err="1">
                <a:solidFill>
                  <a:schemeClr val="dk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"/>
              </a:rPr>
              <a:t>Users</a:t>
            </a:r>
            <a:endParaRPr sz="1400" dirty="0">
              <a:solidFill>
                <a:schemeClr val="dk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"/>
            </a:endParaRPr>
          </a:p>
        </p:txBody>
      </p:sp>
      <p:cxnSp>
        <p:nvCxnSpPr>
          <p:cNvPr id="18" name="Google Shape;952;p43">
            <a:extLst>
              <a:ext uri="{FF2B5EF4-FFF2-40B4-BE49-F238E27FC236}">
                <a16:creationId xmlns:a16="http://schemas.microsoft.com/office/drawing/2014/main" id="{0F49B6CD-977B-A69F-5641-2AED48C4447F}"/>
              </a:ext>
            </a:extLst>
          </p:cNvPr>
          <p:cNvCxnSpPr>
            <a:cxnSpLocks/>
          </p:cNvCxnSpPr>
          <p:nvPr/>
        </p:nvCxnSpPr>
        <p:spPr>
          <a:xfrm>
            <a:off x="6032465" y="4541563"/>
            <a:ext cx="0" cy="432000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Picture 8" descr="Botelho Hospital da Visão - Amo Assistência">
            <a:extLst>
              <a:ext uri="{FF2B5EF4-FFF2-40B4-BE49-F238E27FC236}">
                <a16:creationId xmlns:a16="http://schemas.microsoft.com/office/drawing/2014/main" id="{0E0EF491-4B14-4A7F-9FD2-4B795F7B5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374348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F21165-AA0C-F12F-A9FC-C00E418C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Séia - Gestão do Hospital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8"/>
          <p:cNvSpPr txBox="1">
            <a:spLocks noGrp="1"/>
          </p:cNvSpPr>
          <p:nvPr>
            <p:ph type="title"/>
          </p:nvPr>
        </p:nvSpPr>
        <p:spPr>
          <a:xfrm>
            <a:off x="374545" y="184931"/>
            <a:ext cx="11442910" cy="80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pt-BR" sz="4400" dirty="0">
                <a:solidFill>
                  <a:srgbClr val="2E75B5"/>
                </a:solidFill>
                <a:sym typeface="Arial"/>
              </a:rPr>
              <a:t>Responsabilidades Usuário Chave</a:t>
            </a:r>
            <a:endParaRPr dirty="0"/>
          </a:p>
        </p:txBody>
      </p:sp>
      <p:sp>
        <p:nvSpPr>
          <p:cNvPr id="881" name="Google Shape;881;p38"/>
          <p:cNvSpPr txBox="1">
            <a:spLocks noGrp="1"/>
          </p:cNvSpPr>
          <p:nvPr>
            <p:ph type="body" idx="1"/>
          </p:nvPr>
        </p:nvSpPr>
        <p:spPr>
          <a:xfrm>
            <a:off x="5417374" y="1162878"/>
            <a:ext cx="6612330" cy="535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36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pt-BR" sz="1600" b="1" dirty="0">
                <a:solidFill>
                  <a:srgbClr val="0070C0"/>
                </a:solidFill>
              </a:rPr>
              <a:t>  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Ser parte integrante da equipe do projeto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Ser o ponto do focal com as áreas de negócio, ajudando a garantir que o sistema atenda às necessidades dos processos.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Validar a implementação dos processos no sistema.</a:t>
            </a:r>
            <a:endParaRPr lang="pt-BR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Apoiar nas atividades que exigem conhecimento da área de negócio (cadastros, revisão de documentação clínica, etc.).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Participar de reuniões sobre o status geral do projeto e para alinhamentos relacionados a necessidades dos processos</a:t>
            </a:r>
          </a:p>
          <a:p>
            <a:pPr marL="685800" lvl="1" indent="-32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Reportar a equipe do projeto o status de suas atividades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Participar dos treinamentos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Capacitar os demais colaboradores no uso do sistema e demais ajustes de processos</a:t>
            </a:r>
            <a:endParaRPr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Participar dos testes do sistema para garantir e validar seu funcionamento </a:t>
            </a:r>
          </a:p>
          <a:p>
            <a:pPr marL="685800" lvl="1" indent="-324000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00000"/>
              <a:buFont typeface="Noto Sans Symbols"/>
              <a:buChar char="⮚"/>
            </a:pPr>
            <a:r>
              <a:rPr lang="pt-BR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Apoiar os colaboradores durante as viradas do sistema</a:t>
            </a:r>
          </a:p>
        </p:txBody>
      </p:sp>
      <p:pic>
        <p:nvPicPr>
          <p:cNvPr id="882" name="Google Shape;882;p38" descr="http://www.sebrae.com.br/Sebrae/Portal%20Sebrae/UFs/AP/Imagens/consultor%20mar%C3%A7o.png"/>
          <p:cNvPicPr preferRelativeResize="0"/>
          <p:nvPr/>
        </p:nvPicPr>
        <p:blipFill rotWithShape="1">
          <a:blip r:embed="rId3">
            <a:alphaModFix/>
          </a:blip>
          <a:srcRect l="23290" t="2648" r="24014" b="7960"/>
          <a:stretch/>
        </p:blipFill>
        <p:spPr>
          <a:xfrm>
            <a:off x="473001" y="1243767"/>
            <a:ext cx="4766693" cy="4919528"/>
          </a:xfrm>
          <a:prstGeom prst="rect">
            <a:avLst/>
          </a:prstGeom>
          <a:gradFill>
            <a:gsLst>
              <a:gs pos="0">
                <a:srgbClr val="2E5980"/>
              </a:gs>
              <a:gs pos="50000">
                <a:srgbClr val="4481B9"/>
              </a:gs>
              <a:gs pos="100000">
                <a:srgbClr val="519BDE"/>
              </a:gs>
            </a:gsLst>
            <a:lin ang="13500000" scaled="0"/>
          </a:gradFill>
          <a:ln w="76200" cap="flat" cmpd="sng">
            <a:solidFill>
              <a:srgbClr val="508DD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8" descr="Botelho Hospital da Visão - Amo Assistência">
            <a:extLst>
              <a:ext uri="{FF2B5EF4-FFF2-40B4-BE49-F238E27FC236}">
                <a16:creationId xmlns:a16="http://schemas.microsoft.com/office/drawing/2014/main" id="{81EA5009-D49E-1D06-4C31-03B0F0CC1D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374348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7A11-906A-AAAF-DB79-890CCEC3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71FC24-5BC9-FE1E-B618-CB37D48E46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402D5-8C8E-7A43-D388-315DDFCA2C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7C13-132B-AA90-23B0-12E3147A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7EB91-DE63-A682-528B-BA6895ABC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/>
              <a:t>Plano de comunicação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  <p:pic>
        <p:nvPicPr>
          <p:cNvPr id="11266" name="Picture 2" descr="A importância da comunicação em empresas de B2B">
            <a:extLst>
              <a:ext uri="{FF2B5EF4-FFF2-40B4-BE49-F238E27FC236}">
                <a16:creationId xmlns:a16="http://schemas.microsoft.com/office/drawing/2014/main" id="{A1F61E38-C189-AB6E-7422-5687A2BC9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6" r="11672"/>
          <a:stretch>
            <a:fillRect/>
          </a:stretch>
        </p:blipFill>
        <p:spPr bwMode="auto">
          <a:xfrm>
            <a:off x="6308537" y="2092059"/>
            <a:ext cx="5485908" cy="313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38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25992-E168-8370-CAA3-841A76F4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Comunicação</a:t>
            </a:r>
          </a:p>
        </p:txBody>
      </p:sp>
      <p:graphicFrame>
        <p:nvGraphicFramePr>
          <p:cNvPr id="4" name="Google Shape;1384;p47">
            <a:extLst>
              <a:ext uri="{FF2B5EF4-FFF2-40B4-BE49-F238E27FC236}">
                <a16:creationId xmlns:a16="http://schemas.microsoft.com/office/drawing/2014/main" id="{8CE7E620-A1BE-D27E-BD0D-DF0FD2BDD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952505"/>
              </p:ext>
            </p:extLst>
          </p:nvPr>
        </p:nvGraphicFramePr>
        <p:xfrm>
          <a:off x="149087" y="909302"/>
          <a:ext cx="11917017" cy="57733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74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1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79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FFFFFF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Mensagem 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825" marR="4825" marT="48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FFFFFF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Objetivo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825" marR="4825" marT="48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FFFFFF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Comunicador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825" marR="4825" marT="48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FFFFFF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Público Alvo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825" marR="4825" marT="48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FFFFFF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Frequência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825" marR="4825" marT="48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5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Reunião com Equipe Técnica TI</a:t>
                      </a:r>
                      <a:endParaRPr sz="1300" b="1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Realizar reuniões com os gerente e analistas de TI do cliente para atualizar o status das atividades que estão sob sua responsabilidade no cronograma integrado e painel de monitoramento (migração áreas verdes, relatórios próprios, avaliações, etc.).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Analistas TI Cliente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Gerente do Projeto Cliente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Semanal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191398"/>
                  </a:ext>
                </a:extLst>
              </a:tr>
              <a:tr h="8247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Reunião com equipe de cadastros</a:t>
                      </a:r>
                      <a:endParaRPr sz="1300" b="1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Avaliar status das pendências que estão sob responsabilidade da equipe de cadastros no painel de monitoramento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Equipe de Cadastros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Semanal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742831"/>
                  </a:ext>
                </a:extLst>
              </a:tr>
              <a:tr h="8247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Reunião com Equipe Philips</a:t>
                      </a:r>
                      <a:endParaRPr sz="1300" b="1" i="0" u="none" strike="noStrike" cap="none" dirty="0">
                        <a:solidFill>
                          <a:srgbClr val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  <a:sym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Realizar reunião com consultor e gerente de projetos Philips para atualizar o status das atividades que estão sob sua responsabilidade no cronograma.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Projetos Philips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Consultor Philips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Semanal / Diário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9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Reunião de Status Report</a:t>
                      </a:r>
                      <a:endParaRPr sz="1300" b="1" i="0" u="none" strike="noStrike" cap="none" dirty="0">
                        <a:solidFill>
                          <a:srgbClr val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  <a:sym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Reportar a situação atual do projeto para a equipe de gestão do projeto, indicando status do cronograma, percentuais de conclusão de atividades, riscos, atividades realizadas, pendências, etc.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do Projeto Cliente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Semanal 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835440"/>
                  </a:ext>
                </a:extLst>
              </a:tr>
              <a:tr h="7259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Reunião com Key </a:t>
                      </a:r>
                      <a:r>
                        <a:rPr lang="pt-BR" sz="1300" b="1" i="0" u="none" strike="noStrike" cap="none" dirty="0" err="1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Users</a:t>
                      </a:r>
                      <a:endParaRPr sz="1300" b="1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Avaliar status das pendências que estão sob responsabilidade dos Key </a:t>
                      </a:r>
                      <a:r>
                        <a:rPr lang="pt-BR" sz="1300" b="0" i="0" u="none" strike="noStrike" cap="none" dirty="0" err="1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Users</a:t>
                      </a: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, avaliação de mudanças de processos, avaliação de melhoria de processos, esclarecimento de dúvidas.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  <a:b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</a:b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do 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Key </a:t>
                      </a:r>
                      <a:r>
                        <a:rPr lang="pt-BR" sz="1300" b="0" i="0" u="none" strike="noStrike" cap="none" dirty="0" err="1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Users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Quinzenal / Sob Demanda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3254"/>
                  </a:ext>
                </a:extLst>
              </a:tr>
              <a:tr h="12513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Reunião de Comitê Executivo</a:t>
                      </a:r>
                      <a:endParaRPr sz="1300" b="1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Reportar a situação atual do projeto para o comitê executivo, indicando status do cronograma, percentuais de conclusão de atividades, riscos, atividades realizadas, pendências, etc.</a:t>
                      </a:r>
                      <a:b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</a:br>
                      <a:b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</a:b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Apontar e buscar soluções para problemas críticos do projeto que exijam o envolvimento da diretoria.</a:t>
                      </a:r>
                      <a:endParaRPr lang="pt-BR"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Philips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Gerente de Projeto do cliente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Comitê Executivo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0" i="0" u="none" strike="noStrike" cap="none" dirty="0">
                          <a:solidFill>
                            <a:srgbClr val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  <a:sym typeface="Calibri"/>
                        </a:rPr>
                        <a:t>Mensal / Sob Demanda</a:t>
                      </a:r>
                      <a:endParaRPr sz="1300" dirty="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8" descr="Botelho Hospital da Visão - Amo Assistência">
            <a:extLst>
              <a:ext uri="{FF2B5EF4-FFF2-40B4-BE49-F238E27FC236}">
                <a16:creationId xmlns:a16="http://schemas.microsoft.com/office/drawing/2014/main" id="{8126DDAB-B652-C8D6-10A2-65A9C0C231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374348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374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BDC84-6EE6-8E09-4B1C-7D822D9D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F02886-923C-D10B-1645-3AD3E59F50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38FD3-FA2A-C652-0E12-29F16A6CFA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BAD6E-688E-E25C-ABA9-7B1E6BB92A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068F5-38D8-F637-58D6-865506CE80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 err="1"/>
              <a:t>TimeLine</a:t>
            </a:r>
            <a:r>
              <a:rPr lang="pt-BR" dirty="0"/>
              <a:t> do Projeto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077552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B88653-1B99-E530-ED3D-66DCD8A5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Timeline do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Projeto</a:t>
            </a:r>
            <a:endParaRPr lang="pt-BR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8" descr="Botelho Hospital da Visão - Amo Assistência">
            <a:extLst>
              <a:ext uri="{FF2B5EF4-FFF2-40B4-BE49-F238E27FC236}">
                <a16:creationId xmlns:a16="http://schemas.microsoft.com/office/drawing/2014/main" id="{9E334992-3E81-94B5-A355-4283803D62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374348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5F8CAB3-0E96-B166-6BF5-7B9C72F50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37" y="780377"/>
            <a:ext cx="10232330" cy="57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20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3D69-E0E5-5BD4-ADD1-4A408465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60A8CE-07A1-44FE-5EB0-D8952EDDE0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A9700-B2C8-08C7-51EB-9DE63EED4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DA998-8869-4130-50D6-DFF8EEFFFA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Jul, 2025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D5FDB-3465-0F15-D8A5-7F24A7A8EF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pPr lvl="0">
              <a:buClr>
                <a:srgbClr val="FFFFFF"/>
              </a:buClr>
              <a:buSzPts val="4800"/>
            </a:pPr>
            <a:r>
              <a:rPr lang="pt-BR" dirty="0"/>
              <a:t>Próximos Passos</a:t>
            </a:r>
            <a:endParaRPr lang="pt-BR" b="1" i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51730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B2038AB-F131-2F86-0967-11D877E5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5" name="Google Shape;746;p25">
            <a:extLst>
              <a:ext uri="{FF2B5EF4-FFF2-40B4-BE49-F238E27FC236}">
                <a16:creationId xmlns:a16="http://schemas.microsoft.com/office/drawing/2014/main" id="{E350A135-BEC1-B89C-BAEE-DE4EA1F5B3F8}"/>
              </a:ext>
            </a:extLst>
          </p:cNvPr>
          <p:cNvSpPr/>
          <p:nvPr/>
        </p:nvSpPr>
        <p:spPr>
          <a:xfrm>
            <a:off x="1562806" y="1716539"/>
            <a:ext cx="9490825" cy="65433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pt-BR" sz="1800" b="0" i="0" u="none" strike="noStrike" cap="none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Validação dos itens de Infra para o projeto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3F1688D-1E56-1AEA-063F-C4023A88E157}"/>
              </a:ext>
            </a:extLst>
          </p:cNvPr>
          <p:cNvSpPr/>
          <p:nvPr/>
        </p:nvSpPr>
        <p:spPr>
          <a:xfrm>
            <a:off x="1283467" y="1716539"/>
            <a:ext cx="655982" cy="65433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" name="Google Shape;746;p25">
            <a:extLst>
              <a:ext uri="{FF2B5EF4-FFF2-40B4-BE49-F238E27FC236}">
                <a16:creationId xmlns:a16="http://schemas.microsoft.com/office/drawing/2014/main" id="{6068D8B9-EC82-662F-61D3-6FF8A85668CB}"/>
              </a:ext>
            </a:extLst>
          </p:cNvPr>
          <p:cNvSpPr/>
          <p:nvPr/>
        </p:nvSpPr>
        <p:spPr>
          <a:xfrm>
            <a:off x="1562806" y="2687162"/>
            <a:ext cx="9490825" cy="65433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pt-BR" sz="1800" b="0" i="0" u="none" strike="noStrike" cap="none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Finalização do cronograma com base na Time </a:t>
            </a:r>
            <a:r>
              <a:rPr lang="pt-BR" sz="1800" b="0" i="0" u="none" strike="noStrike" cap="none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Line</a:t>
            </a:r>
            <a:endParaRPr lang="pt-BR" sz="1800" b="0" i="0" u="none" strike="noStrike" cap="non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Calibri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CBA19B1-0007-B644-B488-CC6795C1F749}"/>
              </a:ext>
            </a:extLst>
          </p:cNvPr>
          <p:cNvSpPr/>
          <p:nvPr/>
        </p:nvSpPr>
        <p:spPr>
          <a:xfrm>
            <a:off x="1283467" y="2687162"/>
            <a:ext cx="655982" cy="65433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9" name="Google Shape;746;p25">
            <a:extLst>
              <a:ext uri="{FF2B5EF4-FFF2-40B4-BE49-F238E27FC236}">
                <a16:creationId xmlns:a16="http://schemas.microsoft.com/office/drawing/2014/main" id="{482F04E7-2955-B1BF-3682-F06B4CDB5244}"/>
              </a:ext>
            </a:extLst>
          </p:cNvPr>
          <p:cNvSpPr/>
          <p:nvPr/>
        </p:nvSpPr>
        <p:spPr>
          <a:xfrm>
            <a:off x="1562806" y="3704524"/>
            <a:ext cx="9490825" cy="65433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pt-BR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Configurações iniciais e treinamento no HTML5 (</a:t>
            </a:r>
            <a:r>
              <a:rPr lang="pt-BR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Philps</a:t>
            </a:r>
            <a:r>
              <a:rPr lang="pt-BR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)</a:t>
            </a:r>
            <a:endParaRPr lang="pt-BR" sz="1800" b="0" i="0" u="none" strike="noStrike" cap="non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Calibri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47D47BE-F31C-1DE5-F11F-2967266F1E67}"/>
              </a:ext>
            </a:extLst>
          </p:cNvPr>
          <p:cNvSpPr/>
          <p:nvPr/>
        </p:nvSpPr>
        <p:spPr>
          <a:xfrm>
            <a:off x="1283467" y="3704524"/>
            <a:ext cx="655982" cy="65433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1" name="Google Shape;746;p25">
            <a:extLst>
              <a:ext uri="{FF2B5EF4-FFF2-40B4-BE49-F238E27FC236}">
                <a16:creationId xmlns:a16="http://schemas.microsoft.com/office/drawing/2014/main" id="{522A9E6C-11B0-C02E-8B63-F3360A7C0F4E}"/>
              </a:ext>
            </a:extLst>
          </p:cNvPr>
          <p:cNvSpPr/>
          <p:nvPr/>
        </p:nvSpPr>
        <p:spPr>
          <a:xfrm>
            <a:off x="1562806" y="4721886"/>
            <a:ext cx="9490825" cy="65433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533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pt-BR" sz="1800" b="0" i="0" u="none" strike="noStrike" cap="none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alibri"/>
              </a:rPr>
              <a:t>Inicio das Migrações das áreas verdes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F2190BF-FC97-1C78-43E7-1869AF129DEC}"/>
              </a:ext>
            </a:extLst>
          </p:cNvPr>
          <p:cNvSpPr/>
          <p:nvPr/>
        </p:nvSpPr>
        <p:spPr>
          <a:xfrm>
            <a:off x="1283467" y="4721886"/>
            <a:ext cx="655982" cy="65433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pic>
        <p:nvPicPr>
          <p:cNvPr id="2" name="Picture 8" descr="Botelho Hospital da Visão - Amo Assistência">
            <a:extLst>
              <a:ext uri="{FF2B5EF4-FFF2-40B4-BE49-F238E27FC236}">
                <a16:creationId xmlns:a16="http://schemas.microsoft.com/office/drawing/2014/main" id="{0C7F5637-B13C-ADE2-4807-07AB80772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1"/>
          <a:stretch>
            <a:fillRect/>
          </a:stretch>
        </p:blipFill>
        <p:spPr bwMode="auto">
          <a:xfrm>
            <a:off x="10374348" y="0"/>
            <a:ext cx="1160312" cy="7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476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51E1E1-2F58-BEF5-C095-901D23888A66}"/>
              </a:ext>
            </a:extLst>
          </p:cNvPr>
          <p:cNvSpPr txBox="1"/>
          <p:nvPr/>
        </p:nvSpPr>
        <p:spPr>
          <a:xfrm>
            <a:off x="3620161" y="1013552"/>
            <a:ext cx="49516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Sucesso a todos!</a:t>
            </a:r>
          </a:p>
        </p:txBody>
      </p:sp>
    </p:spTree>
    <p:extLst>
      <p:ext uri="{BB962C8B-B14F-4D97-AF65-F5344CB8AC3E}">
        <p14:creationId xmlns:p14="http://schemas.microsoft.com/office/powerpoint/2010/main" val="2894588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o Office">
  <a:themeElements>
    <a:clrScheme name="Personalizar 4">
      <a:dk1>
        <a:srgbClr val="000000"/>
      </a:dk1>
      <a:lt1>
        <a:srgbClr val="FFFFFF"/>
      </a:lt1>
      <a:dk2>
        <a:srgbClr val="252525"/>
      </a:dk2>
      <a:lt2>
        <a:srgbClr val="F7FCFF"/>
      </a:lt2>
      <a:accent1>
        <a:srgbClr val="1D4675"/>
      </a:accent1>
      <a:accent2>
        <a:srgbClr val="3074C1"/>
      </a:accent2>
      <a:accent3>
        <a:srgbClr val="88BBF7"/>
      </a:accent3>
      <a:accent4>
        <a:srgbClr val="3C93F5"/>
      </a:accent4>
      <a:accent5>
        <a:srgbClr val="F1D59C"/>
      </a:accent5>
      <a:accent6>
        <a:srgbClr val="646B73"/>
      </a:accent6>
      <a:hlink>
        <a:srgbClr val="000000"/>
      </a:hlink>
      <a:folHlink>
        <a:srgbClr val="79797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TasyEvolution">
  <a:themeElements>
    <a:clrScheme name="Personalizar 4">
      <a:dk1>
        <a:srgbClr val="000000"/>
      </a:dk1>
      <a:lt1>
        <a:srgbClr val="FFFFFF"/>
      </a:lt1>
      <a:dk2>
        <a:srgbClr val="252525"/>
      </a:dk2>
      <a:lt2>
        <a:srgbClr val="F7FCFF"/>
      </a:lt2>
      <a:accent1>
        <a:srgbClr val="1D4675"/>
      </a:accent1>
      <a:accent2>
        <a:srgbClr val="3074C1"/>
      </a:accent2>
      <a:accent3>
        <a:srgbClr val="88BBF7"/>
      </a:accent3>
      <a:accent4>
        <a:srgbClr val="3C93F5"/>
      </a:accent4>
      <a:accent5>
        <a:srgbClr val="F1D59C"/>
      </a:accent5>
      <a:accent6>
        <a:srgbClr val="646B73"/>
      </a:accent6>
      <a:hlink>
        <a:srgbClr val="000000"/>
      </a:hlink>
      <a:folHlink>
        <a:srgbClr val="79797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TasyEvolution" id="{D35D1B31-3445-490A-AC6B-14AD614C84A7}" vid="{3B16329C-5EA6-425F-B7F5-56595D79DC3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56290</TotalTime>
  <Words>1150</Words>
  <Application>Microsoft Office PowerPoint</Application>
  <PresentationFormat>Widescreen</PresentationFormat>
  <Paragraphs>210</Paragraphs>
  <Slides>20</Slides>
  <Notes>12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32" baseType="lpstr">
      <vt:lpstr>Arial</vt:lpstr>
      <vt:lpstr>Calibri</vt:lpstr>
      <vt:lpstr>Lato Light</vt:lpstr>
      <vt:lpstr>Noto Sans Symbols</vt:lpstr>
      <vt:lpstr>Roboto</vt:lpstr>
      <vt:lpstr>Roboto Condensed</vt:lpstr>
      <vt:lpstr>Roboto Light</vt:lpstr>
      <vt:lpstr>Verdana</vt:lpstr>
      <vt:lpstr>Wingdings</vt:lpstr>
      <vt:lpstr>1_Tema do Office</vt:lpstr>
      <vt:lpstr>TemaTasyEvolution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Motivadores do Projeto</vt:lpstr>
      <vt:lpstr>Apresentação do PowerPoint</vt:lpstr>
      <vt:lpstr>Áreas e Tipos de Mudanças</vt:lpstr>
      <vt:lpstr>Papel da PHILIPS no Tasy Evolution</vt:lpstr>
      <vt:lpstr>Papel da Instituição de Saúde no Tasy Evolution</vt:lpstr>
      <vt:lpstr>Organograma</vt:lpstr>
      <vt:lpstr>Responsabilidades Usuário Chave</vt:lpstr>
      <vt:lpstr>Apresentação do PowerPoint</vt:lpstr>
      <vt:lpstr>Plano de Comunicação</vt:lpstr>
      <vt:lpstr>Apresentação do PowerPoint</vt:lpstr>
      <vt:lpstr>Timeline do Projeto</vt:lpstr>
      <vt:lpstr>Apresentação do PowerPoint</vt:lpstr>
      <vt:lpstr>Próximos Passos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Bernardo Alves</dc:creator>
  <cp:lastModifiedBy>Adam Leonard Lacerda de Souza</cp:lastModifiedBy>
  <cp:revision>1138</cp:revision>
  <dcterms:created xsi:type="dcterms:W3CDTF">2021-07-30T20:47:25Z</dcterms:created>
  <dcterms:modified xsi:type="dcterms:W3CDTF">2025-07-17T19:11:09Z</dcterms:modified>
</cp:coreProperties>
</file>